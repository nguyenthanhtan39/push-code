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1"/>
  </p:notesMasterIdLst>
  <p:handoutMasterIdLst>
    <p:handoutMasterId r:id="rId52"/>
  </p:handoutMasterIdLst>
  <p:sldIdLst>
    <p:sldId id="2528" r:id="rId5"/>
    <p:sldId id="2509" r:id="rId6"/>
    <p:sldId id="2511" r:id="rId7"/>
    <p:sldId id="2530" r:id="rId8"/>
    <p:sldId id="2514" r:id="rId9"/>
    <p:sldId id="2515" r:id="rId10"/>
    <p:sldId id="2516" r:id="rId11"/>
    <p:sldId id="2517" r:id="rId12"/>
    <p:sldId id="2533" r:id="rId13"/>
    <p:sldId id="2532" r:id="rId14"/>
    <p:sldId id="2538" r:id="rId15"/>
    <p:sldId id="2535" r:id="rId16"/>
    <p:sldId id="2537" r:id="rId17"/>
    <p:sldId id="2539" r:id="rId18"/>
    <p:sldId id="2540" r:id="rId19"/>
    <p:sldId id="2541" r:id="rId20"/>
    <p:sldId id="2542" r:id="rId21"/>
    <p:sldId id="2543" r:id="rId22"/>
    <p:sldId id="2545" r:id="rId23"/>
    <p:sldId id="2546" r:id="rId24"/>
    <p:sldId id="2549" r:id="rId25"/>
    <p:sldId id="2550" r:id="rId26"/>
    <p:sldId id="2551" r:id="rId27"/>
    <p:sldId id="2552" r:id="rId28"/>
    <p:sldId id="2554" r:id="rId29"/>
    <p:sldId id="2556" r:id="rId30"/>
    <p:sldId id="2557" r:id="rId31"/>
    <p:sldId id="2544" r:id="rId32"/>
    <p:sldId id="2558" r:id="rId33"/>
    <p:sldId id="2559" r:id="rId34"/>
    <p:sldId id="2547" r:id="rId35"/>
    <p:sldId id="2548" r:id="rId36"/>
    <p:sldId id="2560" r:id="rId37"/>
    <p:sldId id="2561" r:id="rId38"/>
    <p:sldId id="2562" r:id="rId39"/>
    <p:sldId id="2563" r:id="rId40"/>
    <p:sldId id="2574" r:id="rId41"/>
    <p:sldId id="2566" r:id="rId42"/>
    <p:sldId id="2567" r:id="rId43"/>
    <p:sldId id="2568" r:id="rId44"/>
    <p:sldId id="2569" r:id="rId45"/>
    <p:sldId id="2570" r:id="rId46"/>
    <p:sldId id="2572" r:id="rId47"/>
    <p:sldId id="2575" r:id="rId48"/>
    <p:sldId id="2573" r:id="rId49"/>
    <p:sldId id="2510" r:id="rId50"/>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A5BB"/>
    <a:srgbClr val="8497B0"/>
    <a:srgbClr val="898989"/>
    <a:srgbClr val="333F50"/>
    <a:srgbClr val="2C2153"/>
    <a:srgbClr val="A53F52"/>
    <a:srgbClr val="2F3342"/>
    <a:srgbClr val="CD8278"/>
    <a:srgbClr val="E99757"/>
    <a:srgbClr val="0102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2" autoAdjust="0"/>
    <p:restoredTop sz="94422" autoAdjust="0"/>
  </p:normalViewPr>
  <p:slideViewPr>
    <p:cSldViewPr snapToGrid="0">
      <p:cViewPr varScale="1">
        <p:scale>
          <a:sx n="121" d="100"/>
          <a:sy n="121" d="100"/>
        </p:scale>
        <p:origin x="320" y="16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25" d="100"/>
        <a:sy n="125" d="100"/>
      </p:scale>
      <p:origin x="0" y="0"/>
    </p:cViewPr>
  </p:sorterViewPr>
  <p:notesViewPr>
    <p:cSldViewPr snapToGrid="0">
      <p:cViewPr>
        <p:scale>
          <a:sx n="100" d="100"/>
          <a:sy n="100" d="100"/>
        </p:scale>
        <p:origin x="2188" y="-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966D5B4E-BF3E-3B45-A4BA-D6C3B92870D7}" type="datetimeFigureOut">
              <a:rPr lang="en-US" smtClean="0"/>
              <a:t>8/21/26</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F5A8621B-8C8E-49BA-8772-41D0FE75A082}" type="datetimeFigureOut">
              <a:rPr lang="en-US" smtClean="0"/>
              <a:t>8/21/26</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28B34ED-4CDD-41C9-90F7-D768D5559A6F}" type="slidenum">
              <a:rPr lang="en-US" smtClean="0"/>
              <a:t>2</a:t>
            </a:fld>
            <a:endParaRPr lang="en-US" dirty="0"/>
          </a:p>
        </p:txBody>
      </p:sp>
    </p:spTree>
    <p:extLst>
      <p:ext uri="{BB962C8B-B14F-4D97-AF65-F5344CB8AC3E}">
        <p14:creationId xmlns:p14="http://schemas.microsoft.com/office/powerpoint/2010/main" val="834718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228B34ED-4CDD-41C9-90F7-D768D5559A6F}" type="slidenum">
              <a:rPr lang="en-US" smtClean="0"/>
              <a:t>46</a:t>
            </a:fld>
            <a:endParaRPr lang="en-US" dirty="0"/>
          </a:p>
        </p:txBody>
      </p:sp>
    </p:spTree>
    <p:extLst>
      <p:ext uri="{BB962C8B-B14F-4D97-AF65-F5344CB8AC3E}">
        <p14:creationId xmlns:p14="http://schemas.microsoft.com/office/powerpoint/2010/main" val="30631259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5" name="Picture 2" descr="Có thể là hình ảnh về đường và cây">
            <a:extLst>
              <a:ext uri="{FF2B5EF4-FFF2-40B4-BE49-F238E27FC236}">
                <a16:creationId xmlns:a16="http://schemas.microsoft.com/office/drawing/2014/main" id="{65094491-8566-E89D-891C-91B79056C47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43" b="4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2FC6A98-CBAD-AD86-C60B-34873404780A}"/>
              </a:ext>
              <a:ext uri="{C183D7F6-B498-43B3-948B-1728B52AA6E4}">
                <adec:decorative xmlns:adec="http://schemas.microsoft.com/office/drawing/2017/decorative" val="1"/>
              </a:ext>
            </a:extLst>
          </p:cNvPr>
          <p:cNvSpPr/>
          <p:nvPr userDrawn="1"/>
        </p:nvSpPr>
        <p:spPr>
          <a:xfrm>
            <a:off x="0" y="0"/>
            <a:ext cx="12192000" cy="6858000"/>
          </a:xfrm>
          <a:prstGeom prst="rect">
            <a:avLst/>
          </a:prstGeom>
          <a:gradFill>
            <a:gsLst>
              <a:gs pos="0">
                <a:srgbClr val="01023B">
                  <a:alpha val="70000"/>
                </a:srgbClr>
              </a:gs>
              <a:gs pos="100000">
                <a:srgbClr val="E99757">
                  <a:lumMod val="97000"/>
                  <a:lumOff val="3000"/>
                  <a:alpha val="70000"/>
                </a:srgbClr>
              </a:gs>
              <a:gs pos="50000">
                <a:srgbClr val="A53F52">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2FB7A78-EBE1-EE5F-C06A-9B42567EB1FC}"/>
              </a:ext>
            </a:extLst>
          </p:cNvPr>
          <p:cNvSpPr/>
          <p:nvPr userDrawn="1"/>
        </p:nvSpPr>
        <p:spPr>
          <a:xfrm>
            <a:off x="1525928" y="1720840"/>
            <a:ext cx="8825686" cy="341632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WELCOME TO</a:t>
            </a:r>
            <a:b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b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 </a:t>
            </a:r>
            <a:b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b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AML</a:t>
            </a:r>
            <a:b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b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Automotive Mechatronics Lab</a:t>
            </a:r>
          </a:p>
        </p:txBody>
      </p:sp>
    </p:spTree>
    <p:extLst>
      <p:ext uri="{BB962C8B-B14F-4D97-AF65-F5344CB8AC3E}">
        <p14:creationId xmlns:p14="http://schemas.microsoft.com/office/powerpoint/2010/main" val="762222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pag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F5DAC0D-26BC-4E19-94BF-7F158080FB62}"/>
              </a:ext>
            </a:extLst>
          </p:cNvPr>
          <p:cNvSpPr>
            <a:spLocks noGrp="1"/>
          </p:cNvSpPr>
          <p:nvPr>
            <p:ph type="sldNum" sz="quarter" idx="12"/>
          </p:nvPr>
        </p:nvSpPr>
        <p:spPr>
          <a:xfrm>
            <a:off x="11748052" y="6459286"/>
            <a:ext cx="443948" cy="365125"/>
          </a:xfrm>
        </p:spPr>
        <p:txBody>
          <a:bodyPr/>
          <a:lstStyle/>
          <a:p>
            <a:fld id="{8C2E478F-E849-4A8C-AF1F-CBCC78A7CBFA}" type="slidenum">
              <a:rPr lang="en-US" smtClean="0"/>
              <a:t>‹#›</a:t>
            </a:fld>
            <a:endParaRPr lang="en-US" dirty="0"/>
          </a:p>
        </p:txBody>
      </p:sp>
      <p:sp>
        <p:nvSpPr>
          <p:cNvPr id="2" name="Title 1">
            <a:extLst>
              <a:ext uri="{FF2B5EF4-FFF2-40B4-BE49-F238E27FC236}">
                <a16:creationId xmlns:a16="http://schemas.microsoft.com/office/drawing/2014/main" id="{2C63BDE4-1CD0-AC4C-A2A9-C858427B0E20}"/>
              </a:ext>
            </a:extLst>
          </p:cNvPr>
          <p:cNvSpPr>
            <a:spLocks noGrp="1"/>
          </p:cNvSpPr>
          <p:nvPr>
            <p:ph type="title" hasCustomPrompt="1"/>
          </p:nvPr>
        </p:nvSpPr>
        <p:spPr>
          <a:xfrm>
            <a:off x="594519" y="234906"/>
            <a:ext cx="11129390" cy="428626"/>
          </a:xfrm>
        </p:spPr>
        <p:txBody>
          <a:bodyPr>
            <a:noAutofit/>
          </a:bodyPr>
          <a:lstStyle>
            <a:lvl1pPr algn="l">
              <a:lnSpc>
                <a:spcPct val="100000"/>
              </a:lnSpc>
              <a:defRPr sz="3200" cap="none" baseline="0">
                <a:solidFill>
                  <a:srgbClr val="333F5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8" name="Text Placeholder 2">
            <a:extLst>
              <a:ext uri="{FF2B5EF4-FFF2-40B4-BE49-F238E27FC236}">
                <a16:creationId xmlns:a16="http://schemas.microsoft.com/office/drawing/2014/main" id="{67265051-1E5A-D844-BA21-383315517276}"/>
              </a:ext>
            </a:extLst>
          </p:cNvPr>
          <p:cNvSpPr>
            <a:spLocks noGrp="1"/>
          </p:cNvSpPr>
          <p:nvPr>
            <p:ph idx="1" hasCustomPrompt="1"/>
          </p:nvPr>
        </p:nvSpPr>
        <p:spPr>
          <a:xfrm>
            <a:off x="618662" y="853332"/>
            <a:ext cx="11129390" cy="5573700"/>
          </a:xfrm>
          <a:prstGeom prst="rect">
            <a:avLst/>
          </a:prstGeom>
        </p:spPr>
        <p:txBody>
          <a:bodyPr vert="horz" lIns="91440" tIns="45720" rIns="91440" bIns="45720" rtlCol="0">
            <a:normAutofit/>
          </a:bodyPr>
          <a:lstStyle>
            <a:lvl1pPr>
              <a:lnSpc>
                <a:spcPct val="150000"/>
              </a:lnSpc>
              <a:defRPr sz="2400">
                <a:solidFill>
                  <a:schemeClr val="tx2">
                    <a:lumMod val="75000"/>
                  </a:schemeClr>
                </a:solidFill>
                <a:latin typeface="+mn-lt"/>
                <a:cs typeface="Arial" panose="020B0604020202020204" pitchFamily="34" charset="0"/>
              </a:defRPr>
            </a:lvl1pPr>
            <a:lvl2pPr marL="742969" indent="-285757">
              <a:lnSpc>
                <a:spcPct val="150000"/>
              </a:lnSpc>
              <a:buFont typeface="Arial" panose="020B0604020202020204" pitchFamily="34" charset="0"/>
              <a:buChar char="‒"/>
              <a:defRPr sz="1801">
                <a:solidFill>
                  <a:schemeClr val="tx2">
                    <a:lumMod val="75000"/>
                  </a:schemeClr>
                </a:solidFill>
                <a:latin typeface="+mn-lt"/>
                <a:cs typeface="Arial" panose="020B0604020202020204" pitchFamily="34" charset="0"/>
              </a:defRPr>
            </a:lvl2pPr>
            <a:lvl3pPr marL="1200180" indent="-285757">
              <a:lnSpc>
                <a:spcPct val="150000"/>
              </a:lnSpc>
              <a:buFont typeface="Courier New" panose="02070309020205020404" pitchFamily="49" charset="0"/>
              <a:buChar char="o"/>
              <a:defRPr sz="1600">
                <a:solidFill>
                  <a:schemeClr val="tx2">
                    <a:lumMod val="75000"/>
                  </a:schemeClr>
                </a:solidFill>
                <a:latin typeface="+mn-lt"/>
                <a:cs typeface="Arial" panose="020B0604020202020204" pitchFamily="34" charset="0"/>
              </a:defRPr>
            </a:lvl3pPr>
            <a:lvl4pPr marL="1543088" indent="-171454">
              <a:lnSpc>
                <a:spcPct val="150000"/>
              </a:lnSpc>
              <a:buFont typeface="Wingdings" panose="05000000000000000000" pitchFamily="2" charset="2"/>
              <a:buChar char="§"/>
              <a:defRPr>
                <a:solidFill>
                  <a:schemeClr val="tx2">
                    <a:lumMod val="75000"/>
                  </a:schemeClr>
                </a:solidFill>
                <a:latin typeface="+mn-lt"/>
                <a:cs typeface="Arial" panose="020B0604020202020204" pitchFamily="34" charset="0"/>
              </a:defRPr>
            </a:lvl4pPr>
            <a:lvl5pPr>
              <a:lnSpc>
                <a:spcPct val="150000"/>
              </a:lnSpc>
              <a:defRPr>
                <a:solidFill>
                  <a:schemeClr val="tx2">
                    <a:lumMod val="75000"/>
                  </a:schemeClr>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endParaRPr lang="en-US" dirty="0"/>
          </a:p>
        </p:txBody>
      </p:sp>
      <p:sp>
        <p:nvSpPr>
          <p:cNvPr id="9" name="Footer Placeholder 4">
            <a:extLst>
              <a:ext uri="{FF2B5EF4-FFF2-40B4-BE49-F238E27FC236}">
                <a16:creationId xmlns:a16="http://schemas.microsoft.com/office/drawing/2014/main" id="{42A27944-63F0-4B2F-AD45-448C6DF71C85}"/>
              </a:ext>
            </a:extLst>
          </p:cNvPr>
          <p:cNvSpPr txBox="1">
            <a:spLocks/>
          </p:cNvSpPr>
          <p:nvPr userDrawn="1"/>
        </p:nvSpPr>
        <p:spPr>
          <a:xfrm>
            <a:off x="594520" y="6268290"/>
            <a:ext cx="1796257" cy="365125"/>
          </a:xfrm>
          <a:prstGeom prst="rect">
            <a:avLst/>
          </a:prstGeom>
        </p:spPr>
        <p:txBody>
          <a:bodyPr vert="horz" lIns="91440" tIns="45721" rIns="91440" bIns="45721"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600" dirty="0">
              <a:solidFill>
                <a:schemeClr val="tx2">
                  <a:lumMod val="75000"/>
                </a:schemeClr>
              </a:solidFill>
            </a:endParaRPr>
          </a:p>
        </p:txBody>
      </p:sp>
      <p:sp>
        <p:nvSpPr>
          <p:cNvPr id="10" name="Rectangle 9">
            <a:extLst>
              <a:ext uri="{FF2B5EF4-FFF2-40B4-BE49-F238E27FC236}">
                <a16:creationId xmlns:a16="http://schemas.microsoft.com/office/drawing/2014/main" id="{01CCD8B1-7DA9-46E5-8EC4-7B1E0D7E9B20}"/>
              </a:ext>
            </a:extLst>
          </p:cNvPr>
          <p:cNvSpPr/>
          <p:nvPr userDrawn="1"/>
        </p:nvSpPr>
        <p:spPr>
          <a:xfrm>
            <a:off x="401638" y="169069"/>
            <a:ext cx="105526" cy="532562"/>
          </a:xfrm>
          <a:prstGeom prst="rect">
            <a:avLst/>
          </a:prstGeom>
          <a:gradFill>
            <a:gsLst>
              <a:gs pos="0">
                <a:srgbClr val="01023B">
                  <a:alpha val="80000"/>
                </a:srgbClr>
              </a:gs>
              <a:gs pos="100000">
                <a:srgbClr val="E99757">
                  <a:lumMod val="97000"/>
                  <a:lumOff val="3000"/>
                  <a:alpha val="80000"/>
                </a:srgbClr>
              </a:gs>
              <a:gs pos="50000">
                <a:srgbClr val="A53F52">
                  <a:alpha val="8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3" name="Shape 61">
            <a:extLst>
              <a:ext uri="{FF2B5EF4-FFF2-40B4-BE49-F238E27FC236}">
                <a16:creationId xmlns:a16="http://schemas.microsoft.com/office/drawing/2014/main" id="{05512C7E-8265-588E-2653-97FA7D9A3979}"/>
              </a:ext>
            </a:extLst>
          </p:cNvPr>
          <p:cNvSpPr/>
          <p:nvPr userDrawn="1"/>
        </p:nvSpPr>
        <p:spPr>
          <a:xfrm>
            <a:off x="594517" y="6526851"/>
            <a:ext cx="3917661" cy="192489"/>
          </a:xfrm>
          <a:prstGeom prst="rect">
            <a:avLst/>
          </a:prstGeom>
          <a:ln w="3175">
            <a:miter lim="400000"/>
          </a:ln>
          <a:extLst>
            <a:ext uri="{C572A759-6A51-4108-AA02-DFA0A04FC94B}">
              <ma14:wrappingTextBoxFlag xmlns:ma14="http://schemas.microsoft.com/office/mac/drawingml/2011/main" xmlns="" val="1"/>
            </a:ext>
          </a:extLst>
        </p:spPr>
        <p:txBody>
          <a:bodyPr wrap="square" lIns="19050" tIns="19050" rIns="19050" bIns="19050" anchor="ctr">
            <a:spAutoFit/>
          </a:bodyPr>
          <a:lstStyle/>
          <a:p>
            <a:r>
              <a:rPr lang="en-US" sz="1001" b="1" dirty="0">
                <a:solidFill>
                  <a:srgbClr val="898989"/>
                </a:solidFill>
                <a:latin typeface="Arial" panose="020B0604020202020204" pitchFamily="34" charset="0"/>
                <a:cs typeface="Arial" panose="020B0604020202020204" pitchFamily="34" charset="0"/>
              </a:rPr>
              <a:t>AML </a:t>
            </a:r>
            <a:r>
              <a:rPr lang="en-US" sz="1001" dirty="0">
                <a:solidFill>
                  <a:srgbClr val="898989"/>
                </a:solidFill>
                <a:latin typeface="Arial" panose="020B0604020202020204" pitchFamily="34" charset="0"/>
                <a:cs typeface="Arial" panose="020B0604020202020204" pitchFamily="34" charset="0"/>
              </a:rPr>
              <a:t>- </a:t>
            </a:r>
            <a:r>
              <a:rPr lang="en-US" sz="1001" b="1" dirty="0">
                <a:solidFill>
                  <a:srgbClr val="898989"/>
                </a:solidFill>
                <a:latin typeface="Arial" panose="020B0604020202020204" pitchFamily="34" charset="0"/>
                <a:cs typeface="Arial" panose="020B0604020202020204" pitchFamily="34" charset="0"/>
              </a:rPr>
              <a:t>A</a:t>
            </a:r>
            <a:r>
              <a:rPr lang="en-US" sz="1001" dirty="0">
                <a:solidFill>
                  <a:srgbClr val="898989"/>
                </a:solidFill>
                <a:latin typeface="Arial" panose="020B0604020202020204" pitchFamily="34" charset="0"/>
                <a:cs typeface="Arial" panose="020B0604020202020204" pitchFamily="34" charset="0"/>
              </a:rPr>
              <a:t>utomotive </a:t>
            </a:r>
            <a:r>
              <a:rPr lang="en-US" sz="1001" b="1" dirty="0">
                <a:solidFill>
                  <a:srgbClr val="898989"/>
                </a:solidFill>
                <a:latin typeface="Arial" panose="020B0604020202020204" pitchFamily="34" charset="0"/>
                <a:cs typeface="Arial" panose="020B0604020202020204" pitchFamily="34" charset="0"/>
              </a:rPr>
              <a:t>M</a:t>
            </a:r>
            <a:r>
              <a:rPr lang="en-US" sz="1001" dirty="0">
                <a:solidFill>
                  <a:srgbClr val="898989"/>
                </a:solidFill>
                <a:latin typeface="Arial" panose="020B0604020202020204" pitchFamily="34" charset="0"/>
                <a:cs typeface="Arial" panose="020B0604020202020204" pitchFamily="34" charset="0"/>
              </a:rPr>
              <a:t>echatronics </a:t>
            </a:r>
            <a:r>
              <a:rPr lang="en-US" sz="1001" b="1" dirty="0">
                <a:solidFill>
                  <a:srgbClr val="898989"/>
                </a:solidFill>
                <a:latin typeface="Arial" panose="020B0604020202020204" pitchFamily="34" charset="0"/>
                <a:cs typeface="Arial" panose="020B0604020202020204" pitchFamily="34" charset="0"/>
              </a:rPr>
              <a:t>L</a:t>
            </a:r>
            <a:r>
              <a:rPr lang="en-US" sz="1001" dirty="0">
                <a:solidFill>
                  <a:srgbClr val="898989"/>
                </a:solidFill>
                <a:latin typeface="Arial" panose="020B0604020202020204" pitchFamily="34" charset="0"/>
                <a:cs typeface="Arial" panose="020B0604020202020204" pitchFamily="34" charset="0"/>
              </a:rPr>
              <a:t>aboratory  | Trung-Hieu Nguyen</a:t>
            </a:r>
          </a:p>
        </p:txBody>
      </p:sp>
    </p:spTree>
    <p:extLst>
      <p:ext uri="{BB962C8B-B14F-4D97-AF65-F5344CB8AC3E}">
        <p14:creationId xmlns:p14="http://schemas.microsoft.com/office/powerpoint/2010/main" val="27629689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ding page">
    <p:spTree>
      <p:nvGrpSpPr>
        <p:cNvPr id="1" name=""/>
        <p:cNvGrpSpPr/>
        <p:nvPr/>
      </p:nvGrpSpPr>
      <p:grpSpPr>
        <a:xfrm>
          <a:off x="0" y="0"/>
          <a:ext cx="0" cy="0"/>
          <a:chOff x="0" y="0"/>
          <a:chExt cx="0" cy="0"/>
        </a:xfrm>
      </p:grpSpPr>
      <p:pic>
        <p:nvPicPr>
          <p:cNvPr id="6" name="Picture Placeholder 3" descr="Picture placeholder">
            <a:extLst>
              <a:ext uri="{FF2B5EF4-FFF2-40B4-BE49-F238E27FC236}">
                <a16:creationId xmlns:a16="http://schemas.microsoft.com/office/drawing/2014/main" id="{EC18E725-E04F-02A6-1F20-912BC6F801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1C3EA3EF-7CA5-801A-0DF1-16A00719CD31}"/>
              </a:ext>
              <a:ext uri="{C183D7F6-B498-43B3-948B-1728B52AA6E4}">
                <adec:decorative xmlns:adec="http://schemas.microsoft.com/office/drawing/2017/decorative" val="1"/>
              </a:ext>
            </a:extLst>
          </p:cNvPr>
          <p:cNvSpPr/>
          <p:nvPr userDrawn="1"/>
        </p:nvSpPr>
        <p:spPr>
          <a:xfrm>
            <a:off x="0" y="0"/>
            <a:ext cx="12192000" cy="6858000"/>
          </a:xfrm>
          <a:prstGeom prst="rect">
            <a:avLst/>
          </a:prstGeom>
          <a:gradFill>
            <a:gsLst>
              <a:gs pos="0">
                <a:srgbClr val="01023B">
                  <a:alpha val="70000"/>
                </a:srgbClr>
              </a:gs>
              <a:gs pos="100000">
                <a:srgbClr val="E99757">
                  <a:lumMod val="97000"/>
                  <a:lumOff val="3000"/>
                  <a:alpha val="70000"/>
                </a:srgbClr>
              </a:gs>
              <a:gs pos="50000">
                <a:srgbClr val="A53F52">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529BDAD3-E5A9-AD1F-321D-BA8D1DAEF308}"/>
              </a:ext>
            </a:extLst>
          </p:cNvPr>
          <p:cNvGrpSpPr/>
          <p:nvPr userDrawn="1"/>
        </p:nvGrpSpPr>
        <p:grpSpPr>
          <a:xfrm>
            <a:off x="4410877" y="4765970"/>
            <a:ext cx="4511449" cy="2083012"/>
            <a:chOff x="2384320" y="4316097"/>
            <a:chExt cx="4511449" cy="2083012"/>
          </a:xfrm>
        </p:grpSpPr>
        <p:pic>
          <p:nvPicPr>
            <p:cNvPr id="9" name="Graphic 8" descr="User" title="Icon - Presenter Name">
              <a:extLst>
                <a:ext uri="{FF2B5EF4-FFF2-40B4-BE49-F238E27FC236}">
                  <a16:creationId xmlns:a16="http://schemas.microsoft.com/office/drawing/2014/main" id="{A2C4DBDE-7BE3-3F63-DFE7-686580AFBB5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384320" y="4316097"/>
              <a:ext cx="558449" cy="558449"/>
            </a:xfrm>
            <a:prstGeom prst="rect">
              <a:avLst/>
            </a:prstGeom>
          </p:spPr>
        </p:pic>
        <p:sp>
          <p:nvSpPr>
            <p:cNvPr id="10" name="Subtitle 2">
              <a:extLst>
                <a:ext uri="{FF2B5EF4-FFF2-40B4-BE49-F238E27FC236}">
                  <a16:creationId xmlns:a16="http://schemas.microsoft.com/office/drawing/2014/main" id="{7CA2AE69-3B08-B3E3-52D5-0AB808B08911}"/>
                </a:ext>
              </a:extLst>
            </p:cNvPr>
            <p:cNvSpPr txBox="1">
              <a:spLocks/>
            </p:cNvSpPr>
            <p:nvPr/>
          </p:nvSpPr>
          <p:spPr>
            <a:xfrm>
              <a:off x="3179165" y="4373291"/>
              <a:ext cx="3345046" cy="558449"/>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sz="1400" kern="1200">
                  <a:solidFill>
                    <a:schemeClr val="bg1"/>
                  </a:solidFill>
                  <a:latin typeface="+mn-lt"/>
                  <a:ea typeface="+mn-ea"/>
                  <a:cs typeface="+mn-cs"/>
                </a:defRPr>
              </a:lvl1pPr>
              <a:lvl2pPr marL="457200" indent="0" algn="ctr" defTabSz="914400" rtl="0" eaLnBrk="1" latinLnBrk="0" hangingPunct="1">
                <a:lnSpc>
                  <a:spcPct val="100000"/>
                </a:lnSpc>
                <a:spcBef>
                  <a:spcPts val="500"/>
                </a:spcBef>
                <a:spcAft>
                  <a:spcPts val="500"/>
                </a:spcAft>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00000"/>
                </a:lnSpc>
                <a:spcBef>
                  <a:spcPts val="500"/>
                </a:spcBef>
                <a:spcAft>
                  <a:spcPts val="500"/>
                </a:spcAft>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00000"/>
                </a:lnSpc>
                <a:spcBef>
                  <a:spcPts val="500"/>
                </a:spcBef>
                <a:spcAft>
                  <a:spcPts val="500"/>
                </a:spcAft>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00000"/>
                </a:lnSpc>
                <a:spcBef>
                  <a:spcPts val="500"/>
                </a:spcBef>
                <a:spcAft>
                  <a:spcPts val="500"/>
                </a:spcAft>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Clr>
                  <a:srgbClr val="00B0F0"/>
                </a:buClr>
              </a:pPr>
              <a:r>
                <a:rPr kumimoji="0" lang="en-US" sz="1800" u="none" strike="noStrike" kern="1200" cap="none" spc="300" normalizeH="0" baseline="0" noProof="0">
                  <a:ln>
                    <a:noFill/>
                  </a:ln>
                  <a:effectLst/>
                  <a:uLnTx/>
                  <a:uFillTx/>
                  <a:latin typeface="Calibri Light" panose="020F0302020204030204" pitchFamily="34" charset="0"/>
                  <a:ea typeface="Calibri Light" panose="020F0302020204030204" pitchFamily="34" charset="0"/>
                  <a:cs typeface="Calibri Light" panose="020F0302020204030204" pitchFamily="34" charset="0"/>
                </a:rPr>
                <a:t>Trung Hieu Nguyen</a:t>
              </a:r>
              <a:endParaRPr kumimoji="0" lang="en-US" sz="1800" u="none" strike="noStrike" kern="1200" cap="none" spc="300" normalizeH="0" baseline="0" noProof="0" dirty="0">
                <a:ln>
                  <a:noFill/>
                </a:ln>
                <a:effectLst/>
                <a:uLnTx/>
                <a:uFillTx/>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11" name="Graphic 10" descr="Smart Phone" title="Icon - Presenter Phone Number">
              <a:extLst>
                <a:ext uri="{FF2B5EF4-FFF2-40B4-BE49-F238E27FC236}">
                  <a16:creationId xmlns:a16="http://schemas.microsoft.com/office/drawing/2014/main" id="{60362720-902D-F49C-687A-C8B5BBE2A0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84320" y="5135996"/>
              <a:ext cx="558449" cy="558449"/>
            </a:xfrm>
            <a:prstGeom prst="rect">
              <a:avLst/>
            </a:prstGeom>
          </p:spPr>
        </p:pic>
        <p:sp>
          <p:nvSpPr>
            <p:cNvPr id="12" name="Text Placeholder 17">
              <a:extLst>
                <a:ext uri="{FF2B5EF4-FFF2-40B4-BE49-F238E27FC236}">
                  <a16:creationId xmlns:a16="http://schemas.microsoft.com/office/drawing/2014/main" id="{33890A84-B2C5-3659-119A-A728D933DF8F}"/>
                </a:ext>
              </a:extLst>
            </p:cNvPr>
            <p:cNvSpPr txBox="1">
              <a:spLocks/>
            </p:cNvSpPr>
            <p:nvPr/>
          </p:nvSpPr>
          <p:spPr>
            <a:xfrm>
              <a:off x="3179165" y="5176965"/>
              <a:ext cx="3144655" cy="51748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lang="en-US" sz="1400" kern="1200" dirty="0" smtClean="0">
                  <a:solidFill>
                    <a:schemeClr val="bg1"/>
                  </a:solidFill>
                  <a:latin typeface="+mn-lt"/>
                  <a:ea typeface="+mn-ea"/>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lang="en-US" sz="2000" kern="1200" dirty="0" smtClean="0">
                  <a:solidFill>
                    <a:schemeClr val="tx2"/>
                  </a:solidFill>
                  <a:latin typeface="+mn-lt"/>
                  <a:ea typeface="+mn-ea"/>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lang="en-US" sz="1800" kern="1200" dirty="0" smtClean="0">
                  <a:solidFill>
                    <a:schemeClr val="tx2"/>
                  </a:solidFill>
                  <a:latin typeface="+mn-lt"/>
                  <a:ea typeface="+mn-ea"/>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lang="en-US" sz="1600" kern="1200" dirty="0" smtClean="0">
                  <a:solidFill>
                    <a:schemeClr val="tx2"/>
                  </a:solidFill>
                  <a:latin typeface="+mn-lt"/>
                  <a:ea typeface="+mn-ea"/>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lang="en-ZA" sz="1600" kern="1200" dirty="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B0F0"/>
                </a:buClr>
              </a:pPr>
              <a:r>
                <a:rPr kumimoji="0" lang="en-US" sz="1800" u="none" strike="noStrike" kern="1200" cap="none" spc="300" normalizeH="0" baseline="0" noProof="0">
                  <a:ln>
                    <a:noFill/>
                  </a:ln>
                  <a:effectLst/>
                  <a:uLnTx/>
                  <a:uFillTx/>
                  <a:latin typeface="Calibri Light" panose="020F0302020204030204" pitchFamily="34" charset="0"/>
                  <a:ea typeface="Calibri Light" panose="020F0302020204030204" pitchFamily="34" charset="0"/>
                  <a:cs typeface="Calibri Light" panose="020F0302020204030204" pitchFamily="34" charset="0"/>
                </a:rPr>
                <a:t>0962497102</a:t>
              </a:r>
              <a:endParaRPr kumimoji="0" lang="en-US" sz="1800" u="none" strike="noStrike" kern="1200" cap="none" spc="300" normalizeH="0" baseline="0" noProof="0" dirty="0">
                <a:ln>
                  <a:noFill/>
                </a:ln>
                <a:effectLst/>
                <a:uLnTx/>
                <a:uFillTx/>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13" name="Graphic 12" descr="Envelope" title="Icon Presenter Email">
              <a:extLst>
                <a:ext uri="{FF2B5EF4-FFF2-40B4-BE49-F238E27FC236}">
                  <a16:creationId xmlns:a16="http://schemas.microsoft.com/office/drawing/2014/main" id="{4813D160-6003-6D69-A228-5AD820CBF10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84321" y="5840660"/>
              <a:ext cx="558449" cy="558449"/>
            </a:xfrm>
            <a:prstGeom prst="rect">
              <a:avLst/>
            </a:prstGeom>
          </p:spPr>
        </p:pic>
        <p:sp>
          <p:nvSpPr>
            <p:cNvPr id="14" name="Text Placeholder 18">
              <a:extLst>
                <a:ext uri="{FF2B5EF4-FFF2-40B4-BE49-F238E27FC236}">
                  <a16:creationId xmlns:a16="http://schemas.microsoft.com/office/drawing/2014/main" id="{0684B90E-6F0A-D6E8-A9BA-ED28E5ECB43A}"/>
                </a:ext>
              </a:extLst>
            </p:cNvPr>
            <p:cNvSpPr txBox="1">
              <a:spLocks/>
            </p:cNvSpPr>
            <p:nvPr/>
          </p:nvSpPr>
          <p:spPr>
            <a:xfrm>
              <a:off x="3179170" y="5908698"/>
              <a:ext cx="3716599" cy="355185"/>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lang="en-US" sz="1400" kern="1200" smtClean="0">
                  <a:solidFill>
                    <a:schemeClr val="bg1"/>
                  </a:solidFill>
                  <a:latin typeface="+mn-lt"/>
                  <a:ea typeface="+mn-ea"/>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lang="en-US" sz="2000" kern="1200" smtClean="0">
                  <a:solidFill>
                    <a:schemeClr val="tx2"/>
                  </a:solidFill>
                  <a:latin typeface="+mn-lt"/>
                  <a:ea typeface="+mn-ea"/>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lang="en-US" sz="1800" kern="1200" smtClean="0">
                  <a:solidFill>
                    <a:schemeClr val="tx2"/>
                  </a:solidFill>
                  <a:latin typeface="+mn-lt"/>
                  <a:ea typeface="+mn-ea"/>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lang="en-US" sz="1600" kern="1200" smtClean="0">
                  <a:solidFill>
                    <a:schemeClr val="tx2"/>
                  </a:solidFill>
                  <a:latin typeface="+mn-lt"/>
                  <a:ea typeface="+mn-ea"/>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lang="en-ZA"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500"/>
                </a:spcAft>
                <a:buClr>
                  <a:srgbClr val="00B0F0"/>
                </a:buClr>
                <a:buSzTx/>
                <a:buFont typeface="Arial" panose="020B0604020202020204" pitchFamily="34" charset="0"/>
                <a:buNone/>
                <a:tabLst/>
                <a:defRPr/>
              </a:pPr>
              <a:r>
                <a:rPr kumimoji="0" lang="en-US" sz="1800" u="none" strike="noStrike" kern="1200" cap="none" spc="300" normalizeH="0" baseline="0" noProof="0">
                  <a:ln>
                    <a:noFill/>
                  </a:ln>
                  <a:effectLst/>
                  <a:uLnTx/>
                  <a:uFillTx/>
                  <a:latin typeface="Calibri Light" panose="020F0302020204030204" pitchFamily="34" charset="0"/>
                  <a:ea typeface="Calibri Light" panose="020F0302020204030204" pitchFamily="34" charset="0"/>
                  <a:cs typeface="Calibri Light" panose="020F0302020204030204" pitchFamily="34" charset="0"/>
                </a:rPr>
                <a:t>hieuntr@hcmute.edu.vn</a:t>
              </a:r>
              <a:endParaRPr kumimoji="0" lang="en-US" sz="1800" u="none" strike="noStrike" kern="1200" cap="none" spc="300" normalizeH="0" baseline="0" noProof="0" dirty="0">
                <a:ln>
                  <a:noFill/>
                </a:ln>
                <a:effectLst/>
                <a:uLnTx/>
                <a:uFillTx/>
                <a:latin typeface="Calibri Light" panose="020F0302020204030204" pitchFamily="34" charset="0"/>
                <a:ea typeface="Calibri Light" panose="020F0302020204030204" pitchFamily="34" charset="0"/>
                <a:cs typeface="Calibri Light" panose="020F0302020204030204" pitchFamily="34" charset="0"/>
              </a:endParaRPr>
            </a:p>
          </p:txBody>
        </p:sp>
      </p:grpSp>
      <p:sp>
        <p:nvSpPr>
          <p:cNvPr id="16" name="Rectangle 15">
            <a:extLst>
              <a:ext uri="{FF2B5EF4-FFF2-40B4-BE49-F238E27FC236}">
                <a16:creationId xmlns:a16="http://schemas.microsoft.com/office/drawing/2014/main" id="{8CF73CB1-1E31-56A2-F566-9802BE540A3D}"/>
              </a:ext>
            </a:extLst>
          </p:cNvPr>
          <p:cNvSpPr/>
          <p:nvPr userDrawn="1"/>
        </p:nvSpPr>
        <p:spPr>
          <a:xfrm>
            <a:off x="3349769" y="2298181"/>
            <a:ext cx="5492462" cy="523220"/>
          </a:xfrm>
          <a:prstGeom prst="rect">
            <a:avLst/>
          </a:prstGeom>
        </p:spPr>
        <p:txBody>
          <a:bodyPr wrap="square">
            <a:spAutoFit/>
          </a:bodyPr>
          <a:lstStyle/>
          <a:p>
            <a:pPr algn="ctr"/>
            <a:r>
              <a:rPr lang="en-US" sz="2800" spc="600" dirty="0">
                <a:solidFill>
                  <a:schemeClr val="bg1"/>
                </a:solidFill>
                <a:latin typeface="+mj-lt"/>
              </a:rPr>
              <a:t>For your attention</a:t>
            </a:r>
          </a:p>
        </p:txBody>
      </p:sp>
      <p:sp>
        <p:nvSpPr>
          <p:cNvPr id="17" name="Rectangle 16">
            <a:extLst>
              <a:ext uri="{FF2B5EF4-FFF2-40B4-BE49-F238E27FC236}">
                <a16:creationId xmlns:a16="http://schemas.microsoft.com/office/drawing/2014/main" id="{005962CB-7D69-2A97-EAA8-0025EE78F752}"/>
              </a:ext>
            </a:extLst>
          </p:cNvPr>
          <p:cNvSpPr/>
          <p:nvPr userDrawn="1"/>
        </p:nvSpPr>
        <p:spPr>
          <a:xfrm>
            <a:off x="3349769" y="1024744"/>
            <a:ext cx="5492462" cy="1200329"/>
          </a:xfrm>
          <a:prstGeom prst="rect">
            <a:avLst/>
          </a:prstGeom>
        </p:spPr>
        <p:txBody>
          <a:bodyPr wrap="square">
            <a:spAutoFit/>
          </a:bodyPr>
          <a:lstStyle/>
          <a:p>
            <a:pPr algn="ctr"/>
            <a:r>
              <a:rPr lang="en-US" sz="7200" spc="600" dirty="0">
                <a:solidFill>
                  <a:schemeClr val="bg1"/>
                </a:solidFill>
                <a:latin typeface="+mj-lt"/>
              </a:rPr>
              <a:t>Thank you</a:t>
            </a:r>
          </a:p>
        </p:txBody>
      </p:sp>
    </p:spTree>
    <p:extLst>
      <p:ext uri="{BB962C8B-B14F-4D97-AF65-F5344CB8AC3E}">
        <p14:creationId xmlns:p14="http://schemas.microsoft.com/office/powerpoint/2010/main" val="2963113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40849B93-E2CE-4654-9EC7-7DFA141A5500}"/>
              </a:ext>
            </a:extLst>
          </p:cNvPr>
          <p:cNvSpPr>
            <a:spLocks noGrp="1"/>
          </p:cNvSpPr>
          <p:nvPr>
            <p:ph type="body" idx="1" hasCustomPrompt="1"/>
          </p:nvPr>
        </p:nvSpPr>
        <p:spPr>
          <a:xfrm>
            <a:off x="5904690" y="5038491"/>
            <a:ext cx="5933872" cy="365125"/>
          </a:xfrm>
        </p:spPr>
        <p:txBody>
          <a:bodyPr anchor="ctr"/>
          <a:lstStyle>
            <a:lvl1pPr marL="0" indent="0" algn="ctr">
              <a:lnSpc>
                <a:spcPct val="100000"/>
              </a:lnSpc>
              <a:buNone/>
              <a:defRPr sz="2400" spc="601">
                <a:solidFill>
                  <a:schemeClr val="tx1"/>
                </a:solidFill>
              </a:defRPr>
            </a:lvl1pPr>
            <a:lvl2pPr marL="457211" indent="0">
              <a:buNone/>
              <a:defRPr sz="2000">
                <a:solidFill>
                  <a:schemeClr val="tx1">
                    <a:tint val="75000"/>
                  </a:schemeClr>
                </a:solidFill>
              </a:defRPr>
            </a:lvl2pPr>
            <a:lvl3pPr marL="914423" indent="0">
              <a:buNone/>
              <a:defRPr sz="1801">
                <a:solidFill>
                  <a:schemeClr val="tx1">
                    <a:tint val="75000"/>
                  </a:schemeClr>
                </a:solidFill>
              </a:defRPr>
            </a:lvl3pPr>
            <a:lvl4pPr marL="1371634" indent="0">
              <a:buNone/>
              <a:defRPr sz="1600">
                <a:solidFill>
                  <a:schemeClr val="tx1">
                    <a:tint val="75000"/>
                  </a:schemeClr>
                </a:solidFill>
              </a:defRPr>
            </a:lvl4pPr>
            <a:lvl5pPr marL="1828846" indent="0">
              <a:buNone/>
              <a:defRPr sz="1600">
                <a:solidFill>
                  <a:schemeClr val="tx1">
                    <a:tint val="75000"/>
                  </a:schemeClr>
                </a:solidFill>
              </a:defRPr>
            </a:lvl5pPr>
            <a:lvl6pPr marL="2286057" indent="0">
              <a:buNone/>
              <a:defRPr sz="1600">
                <a:solidFill>
                  <a:schemeClr val="tx1">
                    <a:tint val="75000"/>
                  </a:schemeClr>
                </a:solidFill>
              </a:defRPr>
            </a:lvl6pPr>
            <a:lvl7pPr marL="2743269" indent="0">
              <a:buNone/>
              <a:defRPr sz="1600">
                <a:solidFill>
                  <a:schemeClr val="tx1">
                    <a:tint val="75000"/>
                  </a:schemeClr>
                </a:solidFill>
              </a:defRPr>
            </a:lvl7pPr>
            <a:lvl8pPr marL="3200480" indent="0">
              <a:buNone/>
              <a:defRPr sz="1600">
                <a:solidFill>
                  <a:schemeClr val="tx1">
                    <a:tint val="75000"/>
                  </a:schemeClr>
                </a:solidFill>
              </a:defRPr>
            </a:lvl8pPr>
            <a:lvl9pPr marL="3657691" indent="0">
              <a:buNone/>
              <a:defRPr sz="1600">
                <a:solidFill>
                  <a:schemeClr val="tx1">
                    <a:tint val="75000"/>
                  </a:schemeClr>
                </a:solidFill>
              </a:defRPr>
            </a:lvl9pPr>
          </a:lstStyle>
          <a:p>
            <a:pPr lvl="0"/>
            <a:r>
              <a:rPr lang="en-US" dirty="0"/>
              <a:t>EDIT MASTER TEXT STYLES</a:t>
            </a:r>
          </a:p>
        </p:txBody>
      </p:sp>
      <p:sp>
        <p:nvSpPr>
          <p:cNvPr id="7" name="Rectangle 6">
            <a:extLst>
              <a:ext uri="{FF2B5EF4-FFF2-40B4-BE49-F238E27FC236}">
                <a16:creationId xmlns:a16="http://schemas.microsoft.com/office/drawing/2014/main" id="{E7E94348-3BFC-4B39-9C3B-628E777B98F4}"/>
              </a:ext>
            </a:extLst>
          </p:cNvPr>
          <p:cNvSpPr/>
          <p:nvPr userDrawn="1"/>
        </p:nvSpPr>
        <p:spPr>
          <a:xfrm>
            <a:off x="0" y="0"/>
            <a:ext cx="6107906" cy="6858000"/>
          </a:xfrm>
          <a:custGeom>
            <a:avLst/>
            <a:gdLst>
              <a:gd name="connsiteX0" fmla="*/ 0 w 6107906"/>
              <a:gd name="connsiteY0" fmla="*/ 0 h 6858000"/>
              <a:gd name="connsiteX1" fmla="*/ 6107906 w 6107906"/>
              <a:gd name="connsiteY1" fmla="*/ 0 h 6858000"/>
              <a:gd name="connsiteX2" fmla="*/ 6107906 w 6107906"/>
              <a:gd name="connsiteY2" fmla="*/ 6858000 h 6858000"/>
              <a:gd name="connsiteX3" fmla="*/ 0 w 6107906"/>
              <a:gd name="connsiteY3" fmla="*/ 6858000 h 6858000"/>
              <a:gd name="connsiteX4" fmla="*/ 0 w 6107906"/>
              <a:gd name="connsiteY4" fmla="*/ 0 h 6858000"/>
              <a:gd name="connsiteX0" fmla="*/ 0 w 6107906"/>
              <a:gd name="connsiteY0" fmla="*/ 0 h 6858000"/>
              <a:gd name="connsiteX1" fmla="*/ 6107906 w 6107906"/>
              <a:gd name="connsiteY1" fmla="*/ 0 h 6858000"/>
              <a:gd name="connsiteX2" fmla="*/ 4233386 w 6107906"/>
              <a:gd name="connsiteY2" fmla="*/ 6858000 h 6858000"/>
              <a:gd name="connsiteX3" fmla="*/ 0 w 6107906"/>
              <a:gd name="connsiteY3" fmla="*/ 6858000 h 6858000"/>
              <a:gd name="connsiteX4" fmla="*/ 0 w 6107906"/>
              <a:gd name="connsiteY4" fmla="*/ 0 h 6858000"/>
              <a:gd name="connsiteX0" fmla="*/ 0 w 6107906"/>
              <a:gd name="connsiteY0" fmla="*/ 0 h 6858000"/>
              <a:gd name="connsiteX1" fmla="*/ 6107906 w 6107906"/>
              <a:gd name="connsiteY1" fmla="*/ 0 h 6858000"/>
              <a:gd name="connsiteX2" fmla="*/ 4593309 w 6107906"/>
              <a:gd name="connsiteY2" fmla="*/ 6848272 h 6858000"/>
              <a:gd name="connsiteX3" fmla="*/ 0 w 6107906"/>
              <a:gd name="connsiteY3" fmla="*/ 6858000 h 6858000"/>
              <a:gd name="connsiteX4" fmla="*/ 0 w 6107906"/>
              <a:gd name="connsiteY4" fmla="*/ 0 h 6858000"/>
              <a:gd name="connsiteX0" fmla="*/ 1517515 w 6107906"/>
              <a:gd name="connsiteY0" fmla="*/ 0 h 6858000"/>
              <a:gd name="connsiteX1" fmla="*/ 6107906 w 6107906"/>
              <a:gd name="connsiteY1" fmla="*/ 0 h 6858000"/>
              <a:gd name="connsiteX2" fmla="*/ 4593309 w 6107906"/>
              <a:gd name="connsiteY2" fmla="*/ 6848272 h 6858000"/>
              <a:gd name="connsiteX3" fmla="*/ 0 w 6107906"/>
              <a:gd name="connsiteY3" fmla="*/ 6858000 h 6858000"/>
              <a:gd name="connsiteX4" fmla="*/ 1517515 w 6107906"/>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7906" h="6858000">
                <a:moveTo>
                  <a:pt x="1517515" y="0"/>
                </a:moveTo>
                <a:lnTo>
                  <a:pt x="6107906" y="0"/>
                </a:lnTo>
                <a:lnTo>
                  <a:pt x="4593309" y="6848272"/>
                </a:lnTo>
                <a:lnTo>
                  <a:pt x="0" y="6858000"/>
                </a:lnTo>
                <a:lnTo>
                  <a:pt x="1517515" y="0"/>
                </a:lnTo>
                <a:close/>
              </a:path>
            </a:pathLst>
          </a:custGeom>
          <a:gradFill>
            <a:gsLst>
              <a:gs pos="0">
                <a:srgbClr val="01023B">
                  <a:alpha val="80000"/>
                </a:srgbClr>
              </a:gs>
              <a:gs pos="100000">
                <a:srgbClr val="E99757">
                  <a:lumMod val="97000"/>
                  <a:lumOff val="3000"/>
                  <a:alpha val="80000"/>
                </a:srgbClr>
              </a:gs>
              <a:gs pos="50000">
                <a:srgbClr val="A53F52">
                  <a:alpha val="8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4" name="Title 1">
            <a:extLst>
              <a:ext uri="{FF2B5EF4-FFF2-40B4-BE49-F238E27FC236}">
                <a16:creationId xmlns:a16="http://schemas.microsoft.com/office/drawing/2014/main" id="{01219AD9-34B1-4C27-8648-E7D7C69C07F9}"/>
              </a:ext>
            </a:extLst>
          </p:cNvPr>
          <p:cNvSpPr>
            <a:spLocks noGrp="1"/>
          </p:cNvSpPr>
          <p:nvPr>
            <p:ph type="title" hasCustomPrompt="1"/>
          </p:nvPr>
        </p:nvSpPr>
        <p:spPr>
          <a:xfrm>
            <a:off x="5904690" y="1546699"/>
            <a:ext cx="5933872" cy="3491790"/>
          </a:xfrm>
        </p:spPr>
        <p:txBody>
          <a:bodyPr anchor="ctr"/>
          <a:lstStyle>
            <a:lvl1pPr algn="ctr">
              <a:defRPr sz="6000" b="1" spc="300">
                <a:solidFill>
                  <a:schemeClr val="tx1"/>
                </a:solidFill>
              </a:defRPr>
            </a:lvl1pPr>
          </a:lstStyle>
          <a:p>
            <a:r>
              <a:rPr lang="en-US" dirty="0"/>
              <a:t>CLICK TO EDIT MASTER TITLE</a:t>
            </a:r>
          </a:p>
        </p:txBody>
      </p:sp>
    </p:spTree>
    <p:extLst>
      <p:ext uri="{BB962C8B-B14F-4D97-AF65-F5344CB8AC3E}">
        <p14:creationId xmlns:p14="http://schemas.microsoft.com/office/powerpoint/2010/main" val="1257312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B66B20-A484-4A16-A015-2118F9AF2101}"/>
              </a:ext>
            </a:extLst>
          </p:cNvPr>
          <p:cNvSpPr/>
          <p:nvPr userDrawn="1"/>
        </p:nvSpPr>
        <p:spPr>
          <a:xfrm>
            <a:off x="0" y="0"/>
            <a:ext cx="6107906" cy="6858000"/>
          </a:xfrm>
          <a:custGeom>
            <a:avLst/>
            <a:gdLst>
              <a:gd name="connsiteX0" fmla="*/ 0 w 6107906"/>
              <a:gd name="connsiteY0" fmla="*/ 0 h 6858000"/>
              <a:gd name="connsiteX1" fmla="*/ 6107906 w 6107906"/>
              <a:gd name="connsiteY1" fmla="*/ 0 h 6858000"/>
              <a:gd name="connsiteX2" fmla="*/ 6107906 w 6107906"/>
              <a:gd name="connsiteY2" fmla="*/ 6858000 h 6858000"/>
              <a:gd name="connsiteX3" fmla="*/ 0 w 6107906"/>
              <a:gd name="connsiteY3" fmla="*/ 6858000 h 6858000"/>
              <a:gd name="connsiteX4" fmla="*/ 0 w 6107906"/>
              <a:gd name="connsiteY4" fmla="*/ 0 h 6858000"/>
              <a:gd name="connsiteX0" fmla="*/ 0 w 6107906"/>
              <a:gd name="connsiteY0" fmla="*/ 0 h 6858000"/>
              <a:gd name="connsiteX1" fmla="*/ 6107906 w 6107906"/>
              <a:gd name="connsiteY1" fmla="*/ 0 h 6858000"/>
              <a:gd name="connsiteX2" fmla="*/ 4233386 w 6107906"/>
              <a:gd name="connsiteY2" fmla="*/ 6858000 h 6858000"/>
              <a:gd name="connsiteX3" fmla="*/ 0 w 6107906"/>
              <a:gd name="connsiteY3" fmla="*/ 6858000 h 6858000"/>
              <a:gd name="connsiteX4" fmla="*/ 0 w 6107906"/>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7906" h="6858000">
                <a:moveTo>
                  <a:pt x="0" y="0"/>
                </a:moveTo>
                <a:lnTo>
                  <a:pt x="6107906" y="0"/>
                </a:lnTo>
                <a:lnTo>
                  <a:pt x="4233386" y="6858000"/>
                </a:lnTo>
                <a:lnTo>
                  <a:pt x="0" y="6858000"/>
                </a:lnTo>
                <a:lnTo>
                  <a:pt x="0" y="0"/>
                </a:lnTo>
                <a:close/>
              </a:path>
            </a:pathLst>
          </a:custGeom>
          <a:gradFill>
            <a:gsLst>
              <a:gs pos="0">
                <a:srgbClr val="01023B">
                  <a:alpha val="80000"/>
                </a:srgbClr>
              </a:gs>
              <a:gs pos="100000">
                <a:srgbClr val="E99757">
                  <a:lumMod val="97000"/>
                  <a:lumOff val="3000"/>
                  <a:alpha val="80000"/>
                </a:srgbClr>
              </a:gs>
              <a:gs pos="50000">
                <a:srgbClr val="A53F52">
                  <a:alpha val="8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1" name="Text Placeholder 10">
            <a:extLst>
              <a:ext uri="{FF2B5EF4-FFF2-40B4-BE49-F238E27FC236}">
                <a16:creationId xmlns:a16="http://schemas.microsoft.com/office/drawing/2014/main" id="{873669D9-DE2D-5F49-BEBC-9AEECA21E0AC}"/>
              </a:ext>
            </a:extLst>
          </p:cNvPr>
          <p:cNvSpPr>
            <a:spLocks noGrp="1"/>
          </p:cNvSpPr>
          <p:nvPr>
            <p:ph type="body" sz="quarter" idx="13" hasCustomPrompt="1"/>
          </p:nvPr>
        </p:nvSpPr>
        <p:spPr>
          <a:xfrm>
            <a:off x="6394329" y="3294564"/>
            <a:ext cx="5067300" cy="959803"/>
          </a:xfrm>
        </p:spPr>
        <p:txBody>
          <a:bodyPr>
            <a:normAutofit/>
          </a:bodyPr>
          <a:lstStyle>
            <a:lvl1pPr marL="0" indent="0" algn="ctr">
              <a:buNone/>
              <a:defRPr sz="3200">
                <a:solidFill>
                  <a:srgbClr val="95A5BB"/>
                </a:solidFill>
                <a:latin typeface="Arial" panose="020B0604020202020204" pitchFamily="34" charset="0"/>
                <a:cs typeface="Arial" panose="020B0604020202020204" pitchFamily="34" charset="0"/>
              </a:defRPr>
            </a:lvl1pPr>
            <a:lvl2pPr marL="457212" indent="0">
              <a:buNone/>
              <a:defRPr/>
            </a:lvl2pPr>
            <a:lvl3pPr marL="914423" indent="0">
              <a:buNone/>
              <a:defRPr/>
            </a:lvl3pPr>
            <a:lvl4pPr marL="1371635" indent="0">
              <a:buNone/>
              <a:defRPr/>
            </a:lvl4pPr>
            <a:lvl5pPr marL="1828846" indent="0">
              <a:buNone/>
              <a:defRPr/>
            </a:lvl5pPr>
          </a:lstStyle>
          <a:p>
            <a:pPr lvl="0"/>
            <a:r>
              <a:rPr lang="en-US"/>
              <a:t>ADD TITLE</a:t>
            </a:r>
          </a:p>
        </p:txBody>
      </p:sp>
    </p:spTree>
    <p:extLst>
      <p:ext uri="{BB962C8B-B14F-4D97-AF65-F5344CB8AC3E}">
        <p14:creationId xmlns:p14="http://schemas.microsoft.com/office/powerpoint/2010/main" val="2457350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CCD8B1-7DA9-46E5-8EC4-7B1E0D7E9B20}"/>
              </a:ext>
            </a:extLst>
          </p:cNvPr>
          <p:cNvSpPr/>
          <p:nvPr userDrawn="1"/>
        </p:nvSpPr>
        <p:spPr>
          <a:xfrm>
            <a:off x="6084094" y="1189038"/>
            <a:ext cx="6107906" cy="5668962"/>
          </a:xfrm>
          <a:prstGeom prst="rect">
            <a:avLst/>
          </a:prstGeom>
          <a:gradFill>
            <a:gsLst>
              <a:gs pos="0">
                <a:srgbClr val="01023B">
                  <a:alpha val="80000"/>
                </a:srgbClr>
              </a:gs>
              <a:gs pos="100000">
                <a:srgbClr val="E99757">
                  <a:lumMod val="97000"/>
                  <a:lumOff val="3000"/>
                  <a:alpha val="80000"/>
                </a:srgbClr>
              </a:gs>
              <a:gs pos="50000">
                <a:srgbClr val="A53F52">
                  <a:alpha val="8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11" name="Rectangle 10">
            <a:extLst>
              <a:ext uri="{FF2B5EF4-FFF2-40B4-BE49-F238E27FC236}">
                <a16:creationId xmlns:a16="http://schemas.microsoft.com/office/drawing/2014/main" id="{A0E18C59-4654-4610-A461-4DAD6B9AA844}"/>
              </a:ext>
            </a:extLst>
          </p:cNvPr>
          <p:cNvSpPr/>
          <p:nvPr userDrawn="1"/>
        </p:nvSpPr>
        <p:spPr>
          <a:xfrm>
            <a:off x="0" y="1189038"/>
            <a:ext cx="6096000" cy="5668962"/>
          </a:xfrm>
          <a:prstGeom prst="rect">
            <a:avLst/>
          </a:prstGeom>
          <a:solidFill>
            <a:srgbClr val="2F3342"/>
          </a:solidFill>
          <a:ln>
            <a:noFill/>
          </a:ln>
          <a:effectLst>
            <a:innerShdw blurRad="254000" dist="127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2" name="Title 1">
            <a:extLst>
              <a:ext uri="{FF2B5EF4-FFF2-40B4-BE49-F238E27FC236}">
                <a16:creationId xmlns:a16="http://schemas.microsoft.com/office/drawing/2014/main" id="{74E289BF-FC60-4B0A-9338-19DFADB75B3E}"/>
              </a:ext>
            </a:extLst>
          </p:cNvPr>
          <p:cNvSpPr>
            <a:spLocks noGrp="1"/>
          </p:cNvSpPr>
          <p:nvPr>
            <p:ph type="title" hasCustomPrompt="1"/>
          </p:nvPr>
        </p:nvSpPr>
        <p:spPr>
          <a:xfrm>
            <a:off x="594520" y="0"/>
            <a:ext cx="11002962" cy="1189038"/>
          </a:xfrm>
        </p:spPr>
        <p:txBody>
          <a:bodyPr>
            <a:normAutofit/>
          </a:bodyPr>
          <a:lstStyle>
            <a:lvl1pPr algn="ctr">
              <a:defRPr sz="3600" spc="300"/>
            </a:lvl1pPr>
          </a:lstStyle>
          <a:p>
            <a:r>
              <a:rPr lang="en-US" dirty="0"/>
              <a:t>CLICK TO EDIT MASTER TITLE STYLE</a:t>
            </a:r>
          </a:p>
        </p:txBody>
      </p:sp>
      <p:sp>
        <p:nvSpPr>
          <p:cNvPr id="3" name="Text Placeholder 2">
            <a:extLst>
              <a:ext uri="{FF2B5EF4-FFF2-40B4-BE49-F238E27FC236}">
                <a16:creationId xmlns:a16="http://schemas.microsoft.com/office/drawing/2014/main" id="{9BDA91F3-AE43-4DDA-AB24-49CF87963D72}"/>
              </a:ext>
            </a:extLst>
          </p:cNvPr>
          <p:cNvSpPr>
            <a:spLocks noGrp="1"/>
          </p:cNvSpPr>
          <p:nvPr>
            <p:ph type="body" idx="1"/>
          </p:nvPr>
        </p:nvSpPr>
        <p:spPr>
          <a:xfrm>
            <a:off x="469108" y="1827972"/>
            <a:ext cx="5157787" cy="494506"/>
          </a:xfrm>
        </p:spPr>
        <p:txBody>
          <a:bodyPr lIns="0" tIns="0" rIns="0" bIns="0" anchor="ctr"/>
          <a:lstStyle>
            <a:lvl1pPr marL="0" indent="0">
              <a:buNone/>
              <a:defRPr sz="2400" b="0" spc="601">
                <a:solidFill>
                  <a:schemeClr val="bg1"/>
                </a:solidFill>
              </a:defRPr>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4A648F6-CDB4-4032-9F98-6ED11F980765}"/>
              </a:ext>
            </a:extLst>
          </p:cNvPr>
          <p:cNvSpPr>
            <a:spLocks noGrp="1"/>
          </p:cNvSpPr>
          <p:nvPr>
            <p:ph sz="half" idx="2"/>
          </p:nvPr>
        </p:nvSpPr>
        <p:spPr>
          <a:xfrm>
            <a:off x="469108" y="2342356"/>
            <a:ext cx="5157787" cy="3684588"/>
          </a:xfrm>
        </p:spPr>
        <p:txBody>
          <a:bodyPr lIns="0" tIns="0" rIns="0" bIns="0">
            <a:normAutofit/>
          </a:bodyPr>
          <a:lstStyle>
            <a:lvl1pPr>
              <a:lnSpc>
                <a:spcPct val="150000"/>
              </a:lnSpc>
              <a:defRPr sz="1600">
                <a:solidFill>
                  <a:schemeClr val="bg1"/>
                </a:solidFill>
              </a:defRPr>
            </a:lvl1pPr>
            <a:lvl2pPr>
              <a:lnSpc>
                <a:spcPct val="150000"/>
              </a:lnSpc>
              <a:defRPr sz="1401">
                <a:solidFill>
                  <a:schemeClr val="bg1"/>
                </a:solidFill>
              </a:defRPr>
            </a:lvl2pPr>
            <a:lvl3pPr>
              <a:lnSpc>
                <a:spcPct val="150000"/>
              </a:lnSpc>
              <a:defRPr sz="1401">
                <a:solidFill>
                  <a:schemeClr val="bg1"/>
                </a:solidFill>
              </a:defRPr>
            </a:lvl3pPr>
            <a:lvl4pPr>
              <a:lnSpc>
                <a:spcPct val="150000"/>
              </a:lnSpc>
              <a:defRPr sz="1200">
                <a:solidFill>
                  <a:schemeClr val="bg1"/>
                </a:solidFill>
              </a:defRPr>
            </a:lvl4pPr>
            <a:lvl5pPr>
              <a:lnSpc>
                <a:spcPct val="150000"/>
              </a:lnSpc>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58F648F-0299-4352-914D-9ACEEF6FE597}"/>
              </a:ext>
            </a:extLst>
          </p:cNvPr>
          <p:cNvSpPr>
            <a:spLocks noGrp="1"/>
          </p:cNvSpPr>
          <p:nvPr>
            <p:ph type="body" sz="quarter" idx="3"/>
          </p:nvPr>
        </p:nvSpPr>
        <p:spPr>
          <a:xfrm>
            <a:off x="6565108" y="1827972"/>
            <a:ext cx="5183188" cy="494506"/>
          </a:xfrm>
        </p:spPr>
        <p:txBody>
          <a:bodyPr lIns="0" tIns="0" rIns="0" bIns="0" anchor="ctr"/>
          <a:lstStyle>
            <a:lvl1pPr marL="0" indent="0">
              <a:buNone/>
              <a:defRPr sz="2400" b="0" spc="601">
                <a:solidFill>
                  <a:schemeClr val="bg1"/>
                </a:solidFill>
              </a:defRPr>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5215A19-FA39-4BD0-87C2-8DA3B8C587BB}"/>
              </a:ext>
            </a:extLst>
          </p:cNvPr>
          <p:cNvSpPr>
            <a:spLocks noGrp="1"/>
          </p:cNvSpPr>
          <p:nvPr>
            <p:ph sz="quarter" idx="4"/>
          </p:nvPr>
        </p:nvSpPr>
        <p:spPr>
          <a:xfrm>
            <a:off x="6565108" y="2342356"/>
            <a:ext cx="5183188" cy="3684588"/>
          </a:xfrm>
        </p:spPr>
        <p:txBody>
          <a:bodyPr lIns="0" tIns="0" rIns="0" bIns="0">
            <a:normAutofit/>
          </a:bodyPr>
          <a:lstStyle>
            <a:lvl1pPr>
              <a:lnSpc>
                <a:spcPct val="150000"/>
              </a:lnSpc>
              <a:defRPr sz="1600">
                <a:solidFill>
                  <a:schemeClr val="bg1"/>
                </a:solidFill>
              </a:defRPr>
            </a:lvl1pPr>
            <a:lvl2pPr>
              <a:lnSpc>
                <a:spcPct val="150000"/>
              </a:lnSpc>
              <a:defRPr sz="1401">
                <a:solidFill>
                  <a:schemeClr val="bg1"/>
                </a:solidFill>
              </a:defRPr>
            </a:lvl2pPr>
            <a:lvl3pPr>
              <a:lnSpc>
                <a:spcPct val="150000"/>
              </a:lnSpc>
              <a:defRPr sz="1401">
                <a:solidFill>
                  <a:schemeClr val="bg1"/>
                </a:solidFill>
              </a:defRPr>
            </a:lvl3pPr>
            <a:lvl4pPr>
              <a:lnSpc>
                <a:spcPct val="150000"/>
              </a:lnSpc>
              <a:defRPr sz="1200">
                <a:solidFill>
                  <a:schemeClr val="bg1"/>
                </a:solidFill>
              </a:defRPr>
            </a:lvl4pPr>
            <a:lvl5pPr>
              <a:lnSpc>
                <a:spcPct val="150000"/>
              </a:lnSpc>
              <a:defRPr sz="12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A719B710-B005-42F3-BB0B-EDD61A824BF6}"/>
              </a:ext>
            </a:extLst>
          </p:cNvPr>
          <p:cNvSpPr>
            <a:spLocks noGrp="1"/>
          </p:cNvSpPr>
          <p:nvPr>
            <p:ph type="ftr" sz="quarter" idx="11"/>
          </p:nvPr>
        </p:nvSpPr>
        <p:spPr/>
        <p:txBody>
          <a:bodyPr/>
          <a:lstStyle/>
          <a:p>
            <a:r>
              <a:rPr lang="en-US" dirty="0"/>
              <a:t>Add a footer</a:t>
            </a:r>
          </a:p>
        </p:txBody>
      </p:sp>
      <p:sp>
        <p:nvSpPr>
          <p:cNvPr id="9" name="Slide Number Placeholder 8">
            <a:extLst>
              <a:ext uri="{FF2B5EF4-FFF2-40B4-BE49-F238E27FC236}">
                <a16:creationId xmlns:a16="http://schemas.microsoft.com/office/drawing/2014/main" id="{6B457843-7A19-4C1A-A6EB-82840DAE997E}"/>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Shape 61">
            <a:extLst>
              <a:ext uri="{FF2B5EF4-FFF2-40B4-BE49-F238E27FC236}">
                <a16:creationId xmlns:a16="http://schemas.microsoft.com/office/drawing/2014/main" id="{675B8062-1FC4-4E68-B7AF-45AB92A9F7B4}"/>
              </a:ext>
            </a:extLst>
          </p:cNvPr>
          <p:cNvSpPr/>
          <p:nvPr userDrawn="1"/>
        </p:nvSpPr>
        <p:spPr>
          <a:xfrm>
            <a:off x="10184825" y="6413649"/>
            <a:ext cx="1399614" cy="407804"/>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400" b="1" kern="1200" dirty="0">
                <a:solidFill>
                  <a:schemeClr val="bg1"/>
                </a:solidFill>
                <a:latin typeface="+mn-lt"/>
                <a:ea typeface="+mn-ea"/>
                <a:cs typeface="+mn-cs"/>
                <a:sym typeface="Bebas"/>
              </a:rPr>
              <a:t>FABRIKAM</a:t>
            </a:r>
            <a:endParaRPr lang="en-US" sz="2400" b="1" i="0" spc="0" dirty="0">
              <a:solidFill>
                <a:schemeClr val="bg1"/>
              </a:solidFill>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4145592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CCD8B1-7DA9-46E5-8EC4-7B1E0D7E9B20}"/>
              </a:ext>
            </a:extLst>
          </p:cNvPr>
          <p:cNvSpPr/>
          <p:nvPr userDrawn="1"/>
        </p:nvSpPr>
        <p:spPr>
          <a:xfrm>
            <a:off x="6084094" y="1189038"/>
            <a:ext cx="6107906" cy="5668962"/>
          </a:xfrm>
          <a:prstGeom prst="rect">
            <a:avLst/>
          </a:prstGeom>
          <a:gradFill>
            <a:gsLst>
              <a:gs pos="0">
                <a:srgbClr val="01023B">
                  <a:alpha val="80000"/>
                </a:srgbClr>
              </a:gs>
              <a:gs pos="100000">
                <a:srgbClr val="E99757">
                  <a:lumMod val="97000"/>
                  <a:lumOff val="3000"/>
                  <a:alpha val="80000"/>
                </a:srgbClr>
              </a:gs>
              <a:gs pos="50000">
                <a:srgbClr val="A53F52">
                  <a:alpha val="8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11" name="Rectangle 10">
            <a:extLst>
              <a:ext uri="{FF2B5EF4-FFF2-40B4-BE49-F238E27FC236}">
                <a16:creationId xmlns:a16="http://schemas.microsoft.com/office/drawing/2014/main" id="{A0E18C59-4654-4610-A461-4DAD6B9AA844}"/>
              </a:ext>
            </a:extLst>
          </p:cNvPr>
          <p:cNvSpPr/>
          <p:nvPr userDrawn="1"/>
        </p:nvSpPr>
        <p:spPr>
          <a:xfrm>
            <a:off x="0" y="1189038"/>
            <a:ext cx="6096000" cy="5668962"/>
          </a:xfrm>
          <a:prstGeom prst="rect">
            <a:avLst/>
          </a:prstGeom>
          <a:solidFill>
            <a:srgbClr val="2F3342"/>
          </a:solidFill>
          <a:ln>
            <a:noFill/>
          </a:ln>
          <a:effectLst>
            <a:innerShdw blurRad="254000" dist="127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2" name="Title 1">
            <a:extLst>
              <a:ext uri="{FF2B5EF4-FFF2-40B4-BE49-F238E27FC236}">
                <a16:creationId xmlns:a16="http://schemas.microsoft.com/office/drawing/2014/main" id="{74E289BF-FC60-4B0A-9338-19DFADB75B3E}"/>
              </a:ext>
            </a:extLst>
          </p:cNvPr>
          <p:cNvSpPr>
            <a:spLocks noGrp="1"/>
          </p:cNvSpPr>
          <p:nvPr>
            <p:ph type="title" hasCustomPrompt="1"/>
          </p:nvPr>
        </p:nvSpPr>
        <p:spPr>
          <a:xfrm>
            <a:off x="594520" y="0"/>
            <a:ext cx="11002962" cy="1189038"/>
          </a:xfrm>
        </p:spPr>
        <p:txBody>
          <a:bodyPr>
            <a:normAutofit/>
          </a:bodyPr>
          <a:lstStyle>
            <a:lvl1pPr algn="ctr">
              <a:defRPr sz="3600" spc="300"/>
            </a:lvl1pPr>
          </a:lstStyle>
          <a:p>
            <a:r>
              <a:rPr lang="en-US" dirty="0"/>
              <a:t>CLICK TO EDIT MASTER TITLE STYLE</a:t>
            </a:r>
          </a:p>
        </p:txBody>
      </p:sp>
      <p:sp>
        <p:nvSpPr>
          <p:cNvPr id="8" name="Footer Placeholder 7">
            <a:extLst>
              <a:ext uri="{FF2B5EF4-FFF2-40B4-BE49-F238E27FC236}">
                <a16:creationId xmlns:a16="http://schemas.microsoft.com/office/drawing/2014/main" id="{A719B710-B005-42F3-BB0B-EDD61A824BF6}"/>
              </a:ext>
            </a:extLst>
          </p:cNvPr>
          <p:cNvSpPr>
            <a:spLocks noGrp="1"/>
          </p:cNvSpPr>
          <p:nvPr>
            <p:ph type="ftr" sz="quarter" idx="11"/>
          </p:nvPr>
        </p:nvSpPr>
        <p:spPr/>
        <p:txBody>
          <a:bodyPr/>
          <a:lstStyle/>
          <a:p>
            <a:r>
              <a:rPr lang="en-US" dirty="0"/>
              <a:t>Add a footer</a:t>
            </a:r>
          </a:p>
        </p:txBody>
      </p:sp>
      <p:sp>
        <p:nvSpPr>
          <p:cNvPr id="9" name="Slide Number Placeholder 8">
            <a:extLst>
              <a:ext uri="{FF2B5EF4-FFF2-40B4-BE49-F238E27FC236}">
                <a16:creationId xmlns:a16="http://schemas.microsoft.com/office/drawing/2014/main" id="{6B457843-7A19-4C1A-A6EB-82840DAE997E}"/>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Shape 61">
            <a:extLst>
              <a:ext uri="{FF2B5EF4-FFF2-40B4-BE49-F238E27FC236}">
                <a16:creationId xmlns:a16="http://schemas.microsoft.com/office/drawing/2014/main" id="{675B8062-1FC4-4E68-B7AF-45AB92A9F7B4}"/>
              </a:ext>
            </a:extLst>
          </p:cNvPr>
          <p:cNvSpPr/>
          <p:nvPr userDrawn="1"/>
        </p:nvSpPr>
        <p:spPr>
          <a:xfrm>
            <a:off x="10184825" y="6413649"/>
            <a:ext cx="1399614" cy="407804"/>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400" b="1" kern="1200" dirty="0">
                <a:solidFill>
                  <a:schemeClr val="bg1"/>
                </a:solidFill>
                <a:latin typeface="+mn-lt"/>
                <a:ea typeface="+mn-ea"/>
                <a:cs typeface="+mn-cs"/>
                <a:sym typeface="Bebas"/>
              </a:rPr>
              <a:t>FABRIKAM</a:t>
            </a:r>
            <a:endParaRPr lang="en-US" sz="2400" b="1" i="0" spc="0" dirty="0">
              <a:solidFill>
                <a:schemeClr val="bg1"/>
              </a:solidFill>
              <a:latin typeface="Gill Sans" panose="020B0502020104020203" pitchFamily="34" charset="-79"/>
              <a:cs typeface="Gill Sans" panose="020B0502020104020203" pitchFamily="34" charset="-79"/>
            </a:endParaRPr>
          </a:p>
        </p:txBody>
      </p:sp>
      <p:sp>
        <p:nvSpPr>
          <p:cNvPr id="15" name="Content Placeholder 2">
            <a:extLst>
              <a:ext uri="{FF2B5EF4-FFF2-40B4-BE49-F238E27FC236}">
                <a16:creationId xmlns:a16="http://schemas.microsoft.com/office/drawing/2014/main" id="{2B178DD2-BCD4-4E9E-8EAA-0A3AB74C6160}"/>
              </a:ext>
            </a:extLst>
          </p:cNvPr>
          <p:cNvSpPr>
            <a:spLocks noGrp="1"/>
          </p:cNvSpPr>
          <p:nvPr>
            <p:ph sz="half" idx="1"/>
          </p:nvPr>
        </p:nvSpPr>
        <p:spPr>
          <a:xfrm>
            <a:off x="594519" y="1825625"/>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a:extLst>
              <a:ext uri="{FF2B5EF4-FFF2-40B4-BE49-F238E27FC236}">
                <a16:creationId xmlns:a16="http://schemas.microsoft.com/office/drawing/2014/main" id="{0B7D881D-13DE-4377-AA74-0EBFD9C9926A}"/>
              </a:ext>
            </a:extLst>
          </p:cNvPr>
          <p:cNvSpPr>
            <a:spLocks noGrp="1"/>
          </p:cNvSpPr>
          <p:nvPr>
            <p:ph sz="half" idx="2"/>
          </p:nvPr>
        </p:nvSpPr>
        <p:spPr>
          <a:xfrm>
            <a:off x="6415881" y="1825625"/>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5847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0E18C59-4654-4610-A461-4DAD6B9AA844}"/>
              </a:ext>
            </a:extLst>
          </p:cNvPr>
          <p:cNvSpPr/>
          <p:nvPr userDrawn="1"/>
        </p:nvSpPr>
        <p:spPr>
          <a:xfrm>
            <a:off x="0" y="0"/>
            <a:ext cx="5032374" cy="6858000"/>
          </a:xfrm>
          <a:prstGeom prst="rect">
            <a:avLst/>
          </a:prstGeom>
          <a:solidFill>
            <a:srgbClr val="2F3342"/>
          </a:solidFill>
          <a:ln>
            <a:noFill/>
          </a:ln>
          <a:effectLst>
            <a:innerShdw blurRad="254000" dist="127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2" name="Title 1">
            <a:extLst>
              <a:ext uri="{FF2B5EF4-FFF2-40B4-BE49-F238E27FC236}">
                <a16:creationId xmlns:a16="http://schemas.microsoft.com/office/drawing/2014/main" id="{74E289BF-FC60-4B0A-9338-19DFADB75B3E}"/>
              </a:ext>
            </a:extLst>
          </p:cNvPr>
          <p:cNvSpPr>
            <a:spLocks noGrp="1"/>
          </p:cNvSpPr>
          <p:nvPr>
            <p:ph type="title" hasCustomPrompt="1"/>
          </p:nvPr>
        </p:nvSpPr>
        <p:spPr>
          <a:xfrm>
            <a:off x="839789" y="801279"/>
            <a:ext cx="3932238" cy="1583703"/>
          </a:xfrm>
        </p:spPr>
        <p:txBody>
          <a:bodyPr>
            <a:normAutofit/>
          </a:bodyPr>
          <a:lstStyle>
            <a:lvl1pPr algn="l">
              <a:defRPr sz="3600" spc="300">
                <a:solidFill>
                  <a:schemeClr val="bg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A719B710-B005-42F3-BB0B-EDD61A824BF6}"/>
              </a:ext>
            </a:extLst>
          </p:cNvPr>
          <p:cNvSpPr>
            <a:spLocks noGrp="1"/>
          </p:cNvSpPr>
          <p:nvPr>
            <p:ph type="ftr" sz="quarter" idx="11"/>
          </p:nvPr>
        </p:nvSpPr>
        <p:spPr/>
        <p:txBody>
          <a:bodyPr/>
          <a:lstStyle/>
          <a:p>
            <a:r>
              <a:rPr lang="en-US" dirty="0"/>
              <a:t>Add a footer</a:t>
            </a:r>
          </a:p>
        </p:txBody>
      </p:sp>
      <p:sp>
        <p:nvSpPr>
          <p:cNvPr id="9" name="Slide Number Placeholder 8">
            <a:extLst>
              <a:ext uri="{FF2B5EF4-FFF2-40B4-BE49-F238E27FC236}">
                <a16:creationId xmlns:a16="http://schemas.microsoft.com/office/drawing/2014/main" id="{6B457843-7A19-4C1A-A6EB-82840DAE997E}"/>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Shape 61">
            <a:extLst>
              <a:ext uri="{FF2B5EF4-FFF2-40B4-BE49-F238E27FC236}">
                <a16:creationId xmlns:a16="http://schemas.microsoft.com/office/drawing/2014/main" id="{675B8062-1FC4-4E68-B7AF-45AB92A9F7B4}"/>
              </a:ext>
            </a:extLst>
          </p:cNvPr>
          <p:cNvSpPr/>
          <p:nvPr userDrawn="1"/>
        </p:nvSpPr>
        <p:spPr>
          <a:xfrm>
            <a:off x="10184825" y="6413649"/>
            <a:ext cx="1399614" cy="407804"/>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400" b="1" kern="1200" dirty="0">
                <a:solidFill>
                  <a:schemeClr val="bg1"/>
                </a:solidFill>
                <a:latin typeface="+mn-lt"/>
                <a:ea typeface="+mn-ea"/>
                <a:cs typeface="+mn-cs"/>
                <a:sym typeface="Bebas"/>
              </a:rPr>
              <a:t>FABRIKAM</a:t>
            </a:r>
            <a:endParaRPr lang="en-US" sz="2400" b="1" i="0" spc="0" dirty="0">
              <a:solidFill>
                <a:schemeClr val="bg1"/>
              </a:solidFill>
              <a:latin typeface="Gill Sans" panose="020B0502020104020203" pitchFamily="34" charset="-79"/>
              <a:cs typeface="Gill Sans" panose="020B0502020104020203" pitchFamily="34" charset="-79"/>
            </a:endParaRPr>
          </a:p>
        </p:txBody>
      </p:sp>
      <p:sp>
        <p:nvSpPr>
          <p:cNvPr id="16" name="Text Placeholder 3">
            <a:extLst>
              <a:ext uri="{FF2B5EF4-FFF2-40B4-BE49-F238E27FC236}">
                <a16:creationId xmlns:a16="http://schemas.microsoft.com/office/drawing/2014/main" id="{1B8C1683-B5FA-422D-82FD-3E04C0D01AC4}"/>
              </a:ext>
            </a:extLst>
          </p:cNvPr>
          <p:cNvSpPr>
            <a:spLocks noGrp="1"/>
          </p:cNvSpPr>
          <p:nvPr>
            <p:ph type="body" sz="half" idx="2"/>
          </p:nvPr>
        </p:nvSpPr>
        <p:spPr>
          <a:xfrm>
            <a:off x="839789" y="2480554"/>
            <a:ext cx="3932238" cy="3388435"/>
          </a:xfrm>
        </p:spPr>
        <p:txBody>
          <a:bodyPr/>
          <a:lstStyle>
            <a:lvl1pPr marL="0" indent="0">
              <a:buNone/>
              <a:defRPr sz="1600">
                <a:solidFill>
                  <a:schemeClr val="bg1"/>
                </a:solidFill>
              </a:defRPr>
            </a:lvl1pPr>
            <a:lvl2pPr marL="457211" indent="0">
              <a:buNone/>
              <a:defRPr sz="1401"/>
            </a:lvl2pPr>
            <a:lvl3pPr marL="914423" indent="0">
              <a:buNone/>
              <a:defRPr sz="1200"/>
            </a:lvl3pPr>
            <a:lvl4pPr marL="1371634" indent="0">
              <a:buNone/>
              <a:defRPr sz="1001"/>
            </a:lvl4pPr>
            <a:lvl5pPr marL="1828846" indent="0">
              <a:buNone/>
              <a:defRPr sz="1001"/>
            </a:lvl5pPr>
            <a:lvl6pPr marL="2286057" indent="0">
              <a:buNone/>
              <a:defRPr sz="1001"/>
            </a:lvl6pPr>
            <a:lvl7pPr marL="2743269" indent="0">
              <a:buNone/>
              <a:defRPr sz="1001"/>
            </a:lvl7pPr>
            <a:lvl8pPr marL="3200480" indent="0">
              <a:buNone/>
              <a:defRPr sz="1001"/>
            </a:lvl8pPr>
            <a:lvl9pPr marL="3657691" indent="0">
              <a:buNone/>
              <a:defRPr sz="1001"/>
            </a:lvl9pPr>
          </a:lstStyle>
          <a:p>
            <a:pPr lvl="0"/>
            <a:r>
              <a:rPr lang="en-US"/>
              <a:t>Edit Master text styles</a:t>
            </a:r>
          </a:p>
        </p:txBody>
      </p:sp>
      <p:sp>
        <p:nvSpPr>
          <p:cNvPr id="17" name="Content Placeholder 2">
            <a:extLst>
              <a:ext uri="{FF2B5EF4-FFF2-40B4-BE49-F238E27FC236}">
                <a16:creationId xmlns:a16="http://schemas.microsoft.com/office/drawing/2014/main" id="{64332CC6-AF18-49EE-9933-50E3E93F6B86}"/>
              </a:ext>
            </a:extLst>
          </p:cNvPr>
          <p:cNvSpPr>
            <a:spLocks noGrp="1"/>
          </p:cNvSpPr>
          <p:nvPr>
            <p:ph idx="1"/>
          </p:nvPr>
        </p:nvSpPr>
        <p:spPr>
          <a:xfrm>
            <a:off x="5183189" y="801279"/>
            <a:ext cx="6565106" cy="5059773"/>
          </a:xfrm>
        </p:spPr>
        <p:txBody>
          <a:bodyPr>
            <a:normAutofit/>
          </a:bodyPr>
          <a:lstStyle>
            <a:lvl1pPr>
              <a:defRPr sz="2000"/>
            </a:lvl1pPr>
            <a:lvl2pPr>
              <a:defRPr sz="1801"/>
            </a:lvl2pPr>
            <a:lvl3pPr>
              <a:defRPr sz="1600"/>
            </a:lvl3pPr>
            <a:lvl4pPr>
              <a:defRPr sz="1401"/>
            </a:lvl4pPr>
            <a:lvl5pPr>
              <a:defRPr sz="1401"/>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0794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0E18C59-4654-4610-A461-4DAD6B9AA844}"/>
              </a:ext>
            </a:extLst>
          </p:cNvPr>
          <p:cNvSpPr/>
          <p:nvPr userDrawn="1"/>
        </p:nvSpPr>
        <p:spPr>
          <a:xfrm>
            <a:off x="0" y="0"/>
            <a:ext cx="5032374" cy="6858000"/>
          </a:xfrm>
          <a:prstGeom prst="rect">
            <a:avLst/>
          </a:prstGeom>
          <a:solidFill>
            <a:srgbClr val="2F3342"/>
          </a:solidFill>
          <a:ln>
            <a:noFill/>
          </a:ln>
          <a:effectLst>
            <a:innerShdw blurRad="254000" dist="127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2" name="Title 1">
            <a:extLst>
              <a:ext uri="{FF2B5EF4-FFF2-40B4-BE49-F238E27FC236}">
                <a16:creationId xmlns:a16="http://schemas.microsoft.com/office/drawing/2014/main" id="{74E289BF-FC60-4B0A-9338-19DFADB75B3E}"/>
              </a:ext>
            </a:extLst>
          </p:cNvPr>
          <p:cNvSpPr>
            <a:spLocks noGrp="1"/>
          </p:cNvSpPr>
          <p:nvPr>
            <p:ph type="title" hasCustomPrompt="1"/>
          </p:nvPr>
        </p:nvSpPr>
        <p:spPr>
          <a:xfrm>
            <a:off x="839789" y="801279"/>
            <a:ext cx="3932238" cy="1583703"/>
          </a:xfrm>
        </p:spPr>
        <p:txBody>
          <a:bodyPr>
            <a:normAutofit/>
          </a:bodyPr>
          <a:lstStyle>
            <a:lvl1pPr algn="l">
              <a:defRPr sz="3600" spc="300">
                <a:solidFill>
                  <a:schemeClr val="bg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A719B710-B005-42F3-BB0B-EDD61A824BF6}"/>
              </a:ext>
            </a:extLst>
          </p:cNvPr>
          <p:cNvSpPr>
            <a:spLocks noGrp="1"/>
          </p:cNvSpPr>
          <p:nvPr>
            <p:ph type="ftr" sz="quarter" idx="11"/>
          </p:nvPr>
        </p:nvSpPr>
        <p:spPr/>
        <p:txBody>
          <a:bodyPr/>
          <a:lstStyle/>
          <a:p>
            <a:r>
              <a:rPr lang="en-US" dirty="0"/>
              <a:t>Add a footer</a:t>
            </a:r>
          </a:p>
        </p:txBody>
      </p:sp>
      <p:sp>
        <p:nvSpPr>
          <p:cNvPr id="9" name="Slide Number Placeholder 8">
            <a:extLst>
              <a:ext uri="{FF2B5EF4-FFF2-40B4-BE49-F238E27FC236}">
                <a16:creationId xmlns:a16="http://schemas.microsoft.com/office/drawing/2014/main" id="{6B457843-7A19-4C1A-A6EB-82840DAE997E}"/>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Shape 61">
            <a:extLst>
              <a:ext uri="{FF2B5EF4-FFF2-40B4-BE49-F238E27FC236}">
                <a16:creationId xmlns:a16="http://schemas.microsoft.com/office/drawing/2014/main" id="{675B8062-1FC4-4E68-B7AF-45AB92A9F7B4}"/>
              </a:ext>
            </a:extLst>
          </p:cNvPr>
          <p:cNvSpPr/>
          <p:nvPr userDrawn="1"/>
        </p:nvSpPr>
        <p:spPr>
          <a:xfrm>
            <a:off x="10184825" y="6413649"/>
            <a:ext cx="1399614" cy="407804"/>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400" b="1" kern="1200" dirty="0">
                <a:solidFill>
                  <a:schemeClr val="bg1"/>
                </a:solidFill>
                <a:latin typeface="+mn-lt"/>
                <a:ea typeface="+mn-ea"/>
                <a:cs typeface="+mn-cs"/>
                <a:sym typeface="Bebas"/>
              </a:rPr>
              <a:t>FABRIKAM</a:t>
            </a:r>
            <a:endParaRPr lang="en-US" sz="2400" b="1" i="0" spc="0" dirty="0">
              <a:solidFill>
                <a:schemeClr val="bg1"/>
              </a:solidFill>
              <a:latin typeface="Gill Sans" panose="020B0502020104020203" pitchFamily="34" charset="-79"/>
              <a:cs typeface="Gill Sans" panose="020B0502020104020203" pitchFamily="34" charset="-79"/>
            </a:endParaRPr>
          </a:p>
        </p:txBody>
      </p:sp>
      <p:sp>
        <p:nvSpPr>
          <p:cNvPr id="15" name="Text Placeholder 3">
            <a:extLst>
              <a:ext uri="{FF2B5EF4-FFF2-40B4-BE49-F238E27FC236}">
                <a16:creationId xmlns:a16="http://schemas.microsoft.com/office/drawing/2014/main" id="{73C3E625-3996-4407-8E4D-475EF610D90C}"/>
              </a:ext>
            </a:extLst>
          </p:cNvPr>
          <p:cNvSpPr>
            <a:spLocks noGrp="1"/>
          </p:cNvSpPr>
          <p:nvPr>
            <p:ph type="body" sz="half" idx="2"/>
          </p:nvPr>
        </p:nvSpPr>
        <p:spPr>
          <a:xfrm>
            <a:off x="839789" y="2384980"/>
            <a:ext cx="3932238" cy="3484008"/>
          </a:xfrm>
        </p:spPr>
        <p:txBody>
          <a:bodyPr/>
          <a:lstStyle>
            <a:lvl1pPr marL="0" indent="0">
              <a:buNone/>
              <a:defRPr sz="1600">
                <a:solidFill>
                  <a:schemeClr val="bg1"/>
                </a:solidFill>
              </a:defRPr>
            </a:lvl1pPr>
            <a:lvl2pPr marL="457211" indent="0">
              <a:buNone/>
              <a:defRPr sz="1401"/>
            </a:lvl2pPr>
            <a:lvl3pPr marL="914423" indent="0">
              <a:buNone/>
              <a:defRPr sz="1200"/>
            </a:lvl3pPr>
            <a:lvl4pPr marL="1371634" indent="0">
              <a:buNone/>
              <a:defRPr sz="1001"/>
            </a:lvl4pPr>
            <a:lvl5pPr marL="1828846" indent="0">
              <a:buNone/>
              <a:defRPr sz="1001"/>
            </a:lvl5pPr>
            <a:lvl6pPr marL="2286057" indent="0">
              <a:buNone/>
              <a:defRPr sz="1001"/>
            </a:lvl6pPr>
            <a:lvl7pPr marL="2743269" indent="0">
              <a:buNone/>
              <a:defRPr sz="1001"/>
            </a:lvl7pPr>
            <a:lvl8pPr marL="3200480" indent="0">
              <a:buNone/>
              <a:defRPr sz="1001"/>
            </a:lvl8pPr>
            <a:lvl9pPr marL="3657691" indent="0">
              <a:buNone/>
              <a:defRPr sz="1001"/>
            </a:lvl9pPr>
          </a:lstStyle>
          <a:p>
            <a:pPr lvl="0"/>
            <a:r>
              <a:rPr lang="en-US"/>
              <a:t>Edit Master text styles</a:t>
            </a:r>
          </a:p>
        </p:txBody>
      </p:sp>
      <p:sp>
        <p:nvSpPr>
          <p:cNvPr id="17" name="Picture Placeholder 2">
            <a:extLst>
              <a:ext uri="{FF2B5EF4-FFF2-40B4-BE49-F238E27FC236}">
                <a16:creationId xmlns:a16="http://schemas.microsoft.com/office/drawing/2014/main" id="{E87E45D5-103F-4407-822F-E7FAE02D6ABB}"/>
              </a:ext>
            </a:extLst>
          </p:cNvPr>
          <p:cNvSpPr>
            <a:spLocks noGrp="1"/>
          </p:cNvSpPr>
          <p:nvPr>
            <p:ph type="pic" idx="1"/>
          </p:nvPr>
        </p:nvSpPr>
        <p:spPr>
          <a:xfrm>
            <a:off x="5183189" y="801279"/>
            <a:ext cx="6565106" cy="5059773"/>
          </a:xfrm>
        </p:spPr>
        <p:txBody>
          <a:bodyPr/>
          <a:lstStyle>
            <a:lvl1pPr marL="0" indent="0">
              <a:buNone/>
              <a:defRPr sz="3200"/>
            </a:lvl1pPr>
            <a:lvl2pPr marL="457211"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r>
              <a:rPr lang="en-US"/>
              <a:t>Click icon to add picture</a:t>
            </a:r>
            <a:endParaRPr lang="en-US" dirty="0"/>
          </a:p>
        </p:txBody>
      </p:sp>
    </p:spTree>
    <p:extLst>
      <p:ext uri="{BB962C8B-B14F-4D97-AF65-F5344CB8AC3E}">
        <p14:creationId xmlns:p14="http://schemas.microsoft.com/office/powerpoint/2010/main" val="2918662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242487" y="6833286"/>
                </a:lnTo>
                <a:lnTo>
                  <a:pt x="0" y="6858000"/>
                </a:lnTo>
                <a:lnTo>
                  <a:pt x="0" y="0"/>
                </a:lnTo>
                <a:close/>
              </a:path>
            </a:pathLst>
          </a:custGeom>
          <a:effectLst>
            <a:innerShdw blurRad="254000" dist="127000">
              <a:prstClr val="black">
                <a:alpha val="50000"/>
              </a:prstClr>
            </a:innerShdw>
          </a:effectLst>
        </p:spPr>
        <p:txBody>
          <a:bodyPr anchor="ctr"/>
          <a:lstStyle>
            <a:lvl1pPr marL="0" indent="0" algn="ctr">
              <a:buNone/>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1" y="4209066"/>
            <a:ext cx="5251450" cy="365125"/>
          </a:xfrm>
        </p:spPr>
        <p:txBody>
          <a:bodyPr anchor="ctr"/>
          <a:lstStyle>
            <a:lvl1pPr marL="0" indent="0">
              <a:lnSpc>
                <a:spcPct val="100000"/>
              </a:lnSpc>
              <a:buNone/>
              <a:defRPr sz="2400" spc="601">
                <a:solidFill>
                  <a:schemeClr val="tx2">
                    <a:lumMod val="60000"/>
                    <a:lumOff val="40000"/>
                  </a:schemeClr>
                </a:solidFill>
              </a:defRPr>
            </a:lvl1pPr>
            <a:lvl2pPr marL="457211" indent="0">
              <a:buNone/>
              <a:defRPr sz="2000">
                <a:solidFill>
                  <a:schemeClr val="tx1">
                    <a:tint val="75000"/>
                  </a:schemeClr>
                </a:solidFill>
              </a:defRPr>
            </a:lvl2pPr>
            <a:lvl3pPr marL="914423" indent="0">
              <a:buNone/>
              <a:defRPr sz="1801">
                <a:solidFill>
                  <a:schemeClr val="tx1">
                    <a:tint val="75000"/>
                  </a:schemeClr>
                </a:solidFill>
              </a:defRPr>
            </a:lvl3pPr>
            <a:lvl4pPr marL="1371634" indent="0">
              <a:buNone/>
              <a:defRPr sz="1600">
                <a:solidFill>
                  <a:schemeClr val="tx1">
                    <a:tint val="75000"/>
                  </a:schemeClr>
                </a:solidFill>
              </a:defRPr>
            </a:lvl4pPr>
            <a:lvl5pPr marL="1828846" indent="0">
              <a:buNone/>
              <a:defRPr sz="1600">
                <a:solidFill>
                  <a:schemeClr val="tx1">
                    <a:tint val="75000"/>
                  </a:schemeClr>
                </a:solidFill>
              </a:defRPr>
            </a:lvl5pPr>
            <a:lvl6pPr marL="2286057" indent="0">
              <a:buNone/>
              <a:defRPr sz="1600">
                <a:solidFill>
                  <a:schemeClr val="tx1">
                    <a:tint val="75000"/>
                  </a:schemeClr>
                </a:solidFill>
              </a:defRPr>
            </a:lvl6pPr>
            <a:lvl7pPr marL="2743269" indent="0">
              <a:buNone/>
              <a:defRPr sz="1600">
                <a:solidFill>
                  <a:schemeClr val="tx1">
                    <a:tint val="75000"/>
                  </a:schemeClr>
                </a:solidFill>
              </a:defRPr>
            </a:lvl7pPr>
            <a:lvl8pPr marL="3200480" indent="0">
              <a:buNone/>
              <a:defRPr sz="1600">
                <a:solidFill>
                  <a:schemeClr val="tx1">
                    <a:tint val="75000"/>
                  </a:schemeClr>
                </a:solidFill>
              </a:defRPr>
            </a:lvl8pPr>
            <a:lvl9pPr marL="3657691" indent="0">
              <a:buNone/>
              <a:defRPr sz="1600">
                <a:solidFill>
                  <a:schemeClr val="tx1">
                    <a:tint val="75000"/>
                  </a:schemeClr>
                </a:solidFill>
              </a:defRPr>
            </a:lvl9pPr>
          </a:lstStyle>
          <a:p>
            <a:pPr lvl="0"/>
            <a:r>
              <a:rPr lang="en-US" dirty="0"/>
              <a:t>EDIT MASTER TEXT STYLES</a:t>
            </a:r>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1" y="2520781"/>
            <a:ext cx="5251450" cy="1661297"/>
          </a:xfrm>
        </p:spPr>
        <p:txBody>
          <a:bodyPr anchor="ctr"/>
          <a:lstStyle>
            <a:lvl1pPr algn="l">
              <a:defRPr sz="6000" spc="300">
                <a:solidFill>
                  <a:schemeClr val="tx2">
                    <a:lumMod val="75000"/>
                  </a:schemeClr>
                </a:solidFill>
              </a:defRPr>
            </a:lvl1pPr>
          </a:lstStyle>
          <a:p>
            <a:r>
              <a:rPr lang="en-US" dirty="0"/>
              <a:t>CLICK TO EDIT MASTER TITLE</a:t>
            </a:r>
          </a:p>
        </p:txBody>
      </p:sp>
    </p:spTree>
    <p:extLst>
      <p:ext uri="{BB962C8B-B14F-4D97-AF65-F5344CB8AC3E}">
        <p14:creationId xmlns:p14="http://schemas.microsoft.com/office/powerpoint/2010/main" val="52890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20" y="365127"/>
            <a:ext cx="11002962" cy="82391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20" y="1356570"/>
            <a:ext cx="10989920" cy="48111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2905126" y="63352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748052" y="6478766"/>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76" r:id="rId1"/>
    <p:sldLayoutId id="2147483673" r:id="rId2"/>
    <p:sldLayoutId id="2147483677" r:id="rId3"/>
    <p:sldLayoutId id="2147483674" r:id="rId4"/>
    <p:sldLayoutId id="2147483675" r:id="rId5"/>
    <p:sldLayoutId id="2147483653" r:id="rId6"/>
    <p:sldLayoutId id="2147483670" r:id="rId7"/>
    <p:sldLayoutId id="2147483671" r:id="rId8"/>
    <p:sldLayoutId id="2147483672" r:id="rId9"/>
    <p:sldLayoutId id="2147483651" r:id="rId10"/>
  </p:sldLayoutIdLst>
  <p:hf hdr="0" ftr="0" dt="0"/>
  <p:txStyles>
    <p:titleStyle>
      <a:lvl1pPr algn="ctr" defTabSz="914423"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6" indent="-228606" algn="l" defTabSz="914423" rtl="0" eaLnBrk="1" latinLnBrk="0" hangingPunct="1">
        <a:lnSpc>
          <a:spcPct val="150000"/>
        </a:lnSpc>
        <a:spcBef>
          <a:spcPts val="1001"/>
        </a:spcBef>
        <a:buFont typeface="Arial" panose="020B0604020202020204" pitchFamily="34" charset="0"/>
        <a:buChar char="•"/>
        <a:defRPr sz="1600" kern="1200">
          <a:solidFill>
            <a:schemeClr val="tx1"/>
          </a:solidFill>
          <a:latin typeface="+mn-lt"/>
          <a:ea typeface="+mn-ea"/>
          <a:cs typeface="+mn-cs"/>
        </a:defRPr>
      </a:lvl1pPr>
      <a:lvl2pPr marL="685818" indent="-228606" algn="l" defTabSz="914423" rtl="0" eaLnBrk="1" latinLnBrk="0" hangingPunct="1">
        <a:lnSpc>
          <a:spcPct val="150000"/>
        </a:lnSpc>
        <a:spcBef>
          <a:spcPts val="500"/>
        </a:spcBef>
        <a:buFont typeface="Arial" panose="020B0604020202020204" pitchFamily="34" charset="0"/>
        <a:buChar char="•"/>
        <a:defRPr sz="1401" kern="1200">
          <a:solidFill>
            <a:schemeClr val="tx1"/>
          </a:solidFill>
          <a:latin typeface="+mn-lt"/>
          <a:ea typeface="+mn-ea"/>
          <a:cs typeface="+mn-cs"/>
        </a:defRPr>
      </a:lvl2pPr>
      <a:lvl3pPr marL="1143029" indent="-228606" algn="l" defTabSz="914423" rtl="0" eaLnBrk="1" latinLnBrk="0" hangingPunct="1">
        <a:lnSpc>
          <a:spcPct val="150000"/>
        </a:lnSpc>
        <a:spcBef>
          <a:spcPts val="500"/>
        </a:spcBef>
        <a:buFont typeface="Arial" panose="020B0604020202020204" pitchFamily="34" charset="0"/>
        <a:buChar char="•"/>
        <a:defRPr sz="1401" kern="1200">
          <a:solidFill>
            <a:schemeClr val="tx1"/>
          </a:solidFill>
          <a:latin typeface="+mn-lt"/>
          <a:ea typeface="+mn-ea"/>
          <a:cs typeface="+mn-cs"/>
        </a:defRPr>
      </a:lvl3pPr>
      <a:lvl4pPr marL="1600241" indent="-228606" algn="l" defTabSz="914423"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52" indent="-228606" algn="l" defTabSz="914423"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23" rtl="0" eaLnBrk="1" latinLnBrk="0" hangingPunct="1">
        <a:defRPr sz="1801" kern="1200">
          <a:solidFill>
            <a:schemeClr val="tx1"/>
          </a:solidFill>
          <a:latin typeface="+mn-lt"/>
          <a:ea typeface="+mn-ea"/>
          <a:cs typeface="+mn-cs"/>
        </a:defRPr>
      </a:lvl1pPr>
      <a:lvl2pPr marL="457211" algn="l" defTabSz="914423" rtl="0" eaLnBrk="1" latinLnBrk="0" hangingPunct="1">
        <a:defRPr sz="1801" kern="1200">
          <a:solidFill>
            <a:schemeClr val="tx1"/>
          </a:solidFill>
          <a:latin typeface="+mn-lt"/>
          <a:ea typeface="+mn-ea"/>
          <a:cs typeface="+mn-cs"/>
        </a:defRPr>
      </a:lvl2pPr>
      <a:lvl3pPr marL="914423" algn="l" defTabSz="914423" rtl="0" eaLnBrk="1" latinLnBrk="0" hangingPunct="1">
        <a:defRPr sz="1801" kern="1200">
          <a:solidFill>
            <a:schemeClr val="tx1"/>
          </a:solidFill>
          <a:latin typeface="+mn-lt"/>
          <a:ea typeface="+mn-ea"/>
          <a:cs typeface="+mn-cs"/>
        </a:defRPr>
      </a:lvl3pPr>
      <a:lvl4pPr marL="1371634" algn="l" defTabSz="914423" rtl="0" eaLnBrk="1" latinLnBrk="0" hangingPunct="1">
        <a:defRPr sz="1801" kern="1200">
          <a:solidFill>
            <a:schemeClr val="tx1"/>
          </a:solidFill>
          <a:latin typeface="+mn-lt"/>
          <a:ea typeface="+mn-ea"/>
          <a:cs typeface="+mn-cs"/>
        </a:defRPr>
      </a:lvl4pPr>
      <a:lvl5pPr marL="1828846" algn="l" defTabSz="914423" rtl="0" eaLnBrk="1" latinLnBrk="0" hangingPunct="1">
        <a:defRPr sz="1801" kern="1200">
          <a:solidFill>
            <a:schemeClr val="tx1"/>
          </a:solidFill>
          <a:latin typeface="+mn-lt"/>
          <a:ea typeface="+mn-ea"/>
          <a:cs typeface="+mn-cs"/>
        </a:defRPr>
      </a:lvl5pPr>
      <a:lvl6pPr marL="2286057" algn="l" defTabSz="914423" rtl="0" eaLnBrk="1" latinLnBrk="0" hangingPunct="1">
        <a:defRPr sz="1801" kern="1200">
          <a:solidFill>
            <a:schemeClr val="tx1"/>
          </a:solidFill>
          <a:latin typeface="+mn-lt"/>
          <a:ea typeface="+mn-ea"/>
          <a:cs typeface="+mn-cs"/>
        </a:defRPr>
      </a:lvl6pPr>
      <a:lvl7pPr marL="2743269" algn="l" defTabSz="914423" rtl="0" eaLnBrk="1" latinLnBrk="0" hangingPunct="1">
        <a:defRPr sz="1801" kern="1200">
          <a:solidFill>
            <a:schemeClr val="tx1"/>
          </a:solidFill>
          <a:latin typeface="+mn-lt"/>
          <a:ea typeface="+mn-ea"/>
          <a:cs typeface="+mn-cs"/>
        </a:defRPr>
      </a:lvl7pPr>
      <a:lvl8pPr marL="3200480" algn="l" defTabSz="914423" rtl="0" eaLnBrk="1" latinLnBrk="0" hangingPunct="1">
        <a:defRPr sz="1801" kern="1200">
          <a:solidFill>
            <a:schemeClr val="tx1"/>
          </a:solidFill>
          <a:latin typeface="+mn-lt"/>
          <a:ea typeface="+mn-ea"/>
          <a:cs typeface="+mn-cs"/>
        </a:defRPr>
      </a:lvl8pPr>
      <a:lvl9pPr marL="3657691" algn="l" defTabSz="914423"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348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Slide Number Placeholder 2093">
            <a:extLst>
              <a:ext uri="{FF2B5EF4-FFF2-40B4-BE49-F238E27FC236}">
                <a16:creationId xmlns:a16="http://schemas.microsoft.com/office/drawing/2014/main" id="{5DA62994-769D-4C19-BB0A-5144E0A5CFCD}"/>
              </a:ext>
            </a:extLst>
          </p:cNvPr>
          <p:cNvSpPr>
            <a:spLocks noGrp="1"/>
          </p:cNvSpPr>
          <p:nvPr>
            <p:ph type="sldNum" sz="quarter" idx="4294967295"/>
          </p:nvPr>
        </p:nvSpPr>
        <p:spPr>
          <a:xfrm>
            <a:off x="11747500" y="6492875"/>
            <a:ext cx="444500" cy="365125"/>
          </a:xfrm>
        </p:spPr>
        <p:txBody>
          <a:bodyPr/>
          <a:lstStyle/>
          <a:p>
            <a:fld id="{8C2E478F-E849-4A8C-AF1F-CBCC78A7CBFA}" type="slidenum">
              <a:rPr lang="en-US" smtClean="0"/>
              <a:pPr/>
              <a:t>2</a:t>
            </a:fld>
            <a:endParaRPr lang="en-US" dirty="0"/>
          </a:p>
        </p:txBody>
      </p:sp>
      <p:sp>
        <p:nvSpPr>
          <p:cNvPr id="2" name="Rectangle 1"/>
          <p:cNvSpPr/>
          <p:nvPr/>
        </p:nvSpPr>
        <p:spPr>
          <a:xfrm>
            <a:off x="4679479" y="5174760"/>
            <a:ext cx="7290546" cy="369460"/>
          </a:xfrm>
          <a:prstGeom prst="rect">
            <a:avLst/>
          </a:prstGeom>
        </p:spPr>
        <p:txBody>
          <a:bodyPr wrap="square">
            <a:spAutoFit/>
          </a:bodyPr>
          <a:lstStyle/>
          <a:p>
            <a:pPr algn="ctr">
              <a:buClr>
                <a:srgbClr val="00B0F0"/>
              </a:buClr>
            </a:pPr>
            <a:r>
              <a:rPr lang="en-US" sz="1801" spc="300" dirty="0">
                <a:cs typeface="Gill Sans" panose="020B0502020104020203" pitchFamily="34" charset="-79"/>
              </a:rPr>
              <a:t>Presenter: </a:t>
            </a:r>
            <a:r>
              <a:rPr lang="en-US" sz="1801" spc="300" dirty="0" err="1">
                <a:cs typeface="Gill Sans" panose="020B0502020104020203" pitchFamily="34" charset="-79"/>
              </a:rPr>
              <a:t>TanNT</a:t>
            </a:r>
            <a:endParaRPr lang="en-US" sz="1801" spc="300" dirty="0">
              <a:cs typeface="Gill Sans" panose="020B0502020104020203" pitchFamily="34" charset="-79"/>
            </a:endParaRPr>
          </a:p>
        </p:txBody>
      </p:sp>
      <p:sp>
        <p:nvSpPr>
          <p:cNvPr id="10" name="Text Placeholder 3">
            <a:extLst>
              <a:ext uri="{FF2B5EF4-FFF2-40B4-BE49-F238E27FC236}">
                <a16:creationId xmlns:a16="http://schemas.microsoft.com/office/drawing/2014/main" id="{296B627E-BC90-0FEE-06A7-10514AC3520C}"/>
              </a:ext>
            </a:extLst>
          </p:cNvPr>
          <p:cNvSpPr txBox="1">
            <a:spLocks/>
          </p:cNvSpPr>
          <p:nvPr/>
        </p:nvSpPr>
        <p:spPr>
          <a:xfrm>
            <a:off x="4864474" y="156750"/>
            <a:ext cx="7536922" cy="744770"/>
          </a:xfrm>
          <a:prstGeom prst="rect">
            <a:avLst/>
          </a:prstGeom>
        </p:spPr>
        <p:txBody>
          <a:bodyPr vert="horz" lIns="91440" tIns="45721" rIns="91440" bIns="45721" rtlCol="0" anchor="ctr">
            <a:normAutofit/>
          </a:bodyPr>
          <a:lstStyle>
            <a:lvl1pPr marL="0" indent="0" algn="l" defTabSz="914400" rtl="0" eaLnBrk="1" latinLnBrk="0" hangingPunct="1">
              <a:lnSpc>
                <a:spcPct val="100000"/>
              </a:lnSpc>
              <a:spcBef>
                <a:spcPts val="1000"/>
              </a:spcBef>
              <a:buFont typeface="Arial" panose="020B0604020202020204" pitchFamily="34" charset="0"/>
              <a:buNone/>
              <a:defRPr sz="2400" kern="1200" spc="600">
                <a:solidFill>
                  <a:schemeClr val="tx2">
                    <a:lumMod val="60000"/>
                    <a:lumOff val="40000"/>
                  </a:schemeClr>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5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5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5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2000" b="1" dirty="0">
                <a:solidFill>
                  <a:schemeClr val="accent1">
                    <a:lumMod val="60000"/>
                    <a:lumOff val="40000"/>
                  </a:schemeClr>
                </a:solidFill>
                <a:latin typeface="Arial" panose="020B0604020202020204" pitchFamily="34" charset="0"/>
                <a:cs typeface="Arial" panose="020B0604020202020204" pitchFamily="34" charset="0"/>
              </a:rPr>
              <a:t>Automotive Mechatronics Laboratory</a:t>
            </a:r>
          </a:p>
        </p:txBody>
      </p:sp>
      <p:sp>
        <p:nvSpPr>
          <p:cNvPr id="14" name="Rectangle 13">
            <a:extLst>
              <a:ext uri="{FF2B5EF4-FFF2-40B4-BE49-F238E27FC236}">
                <a16:creationId xmlns:a16="http://schemas.microsoft.com/office/drawing/2014/main" id="{D687D26E-D67A-4318-AAB1-DCEAA89EEB21}"/>
              </a:ext>
              <a:ext uri="{C183D7F6-B498-43B3-948B-1728B52AA6E4}">
                <adec:decorative xmlns:adec="http://schemas.microsoft.com/office/drawing/2017/decorative" val="1"/>
              </a:ext>
            </a:extLst>
          </p:cNvPr>
          <p:cNvSpPr/>
          <p:nvPr/>
        </p:nvSpPr>
        <p:spPr>
          <a:xfrm>
            <a:off x="2" y="1"/>
            <a:ext cx="4679478" cy="6857999"/>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2734962 w 6096000"/>
              <a:gd name="connsiteY2" fmla="*/ 6808573 h 6858000"/>
              <a:gd name="connsiteX3" fmla="*/ 0 w 6096000"/>
              <a:gd name="connsiteY3" fmla="*/ 6858000 h 6858000"/>
              <a:gd name="connsiteX4" fmla="*/ 0 w 6096000"/>
              <a:gd name="connsiteY4" fmla="*/ 0 h 6858000"/>
              <a:gd name="connsiteX0" fmla="*/ 0 w 6096000"/>
              <a:gd name="connsiteY0" fmla="*/ 0 h 6882714"/>
              <a:gd name="connsiteX1" fmla="*/ 6096000 w 6096000"/>
              <a:gd name="connsiteY1" fmla="*/ 0 h 6882714"/>
              <a:gd name="connsiteX2" fmla="*/ 4242486 w 6096000"/>
              <a:gd name="connsiteY2" fmla="*/ 6882714 h 6882714"/>
              <a:gd name="connsiteX3" fmla="*/ 0 w 6096000"/>
              <a:gd name="connsiteY3" fmla="*/ 6858000 h 6882714"/>
              <a:gd name="connsiteX4" fmla="*/ 0 w 6096000"/>
              <a:gd name="connsiteY4" fmla="*/ 0 h 688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82714">
                <a:moveTo>
                  <a:pt x="0" y="0"/>
                </a:moveTo>
                <a:lnTo>
                  <a:pt x="6096000" y="0"/>
                </a:lnTo>
                <a:lnTo>
                  <a:pt x="4242486" y="6882714"/>
                </a:lnTo>
                <a:lnTo>
                  <a:pt x="0" y="6858000"/>
                </a:lnTo>
                <a:lnTo>
                  <a:pt x="0" y="0"/>
                </a:lnTo>
                <a:close/>
              </a:path>
            </a:pathLst>
          </a:custGeom>
          <a:gradFill flip="none" rotWithShape="1">
            <a:gsLst>
              <a:gs pos="0">
                <a:srgbClr val="01023B">
                  <a:alpha val="70000"/>
                </a:srgbClr>
              </a:gs>
              <a:gs pos="100000">
                <a:srgbClr val="E99757">
                  <a:alpha val="70000"/>
                </a:srgbClr>
              </a:gs>
              <a:gs pos="50000">
                <a:srgbClr val="A53F52">
                  <a:alpha val="7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3" name="Rectangle 2">
            <a:extLst>
              <a:ext uri="{FF2B5EF4-FFF2-40B4-BE49-F238E27FC236}">
                <a16:creationId xmlns:a16="http://schemas.microsoft.com/office/drawing/2014/main" id="{0701BD61-9A45-9877-04D2-87C0180FF99D}"/>
              </a:ext>
            </a:extLst>
          </p:cNvPr>
          <p:cNvSpPr/>
          <p:nvPr/>
        </p:nvSpPr>
        <p:spPr>
          <a:xfrm>
            <a:off x="4457505" y="6308145"/>
            <a:ext cx="2198789" cy="369460"/>
          </a:xfrm>
          <a:prstGeom prst="rect">
            <a:avLst/>
          </a:prstGeom>
        </p:spPr>
        <p:txBody>
          <a:bodyPr wrap="square">
            <a:spAutoFit/>
          </a:bodyPr>
          <a:lstStyle/>
          <a:p>
            <a:pPr algn="ctr">
              <a:buClr>
                <a:srgbClr val="00B0F0"/>
              </a:buClr>
            </a:pPr>
            <a:r>
              <a:rPr lang="vi-VN" sz="1801" spc="300" dirty="0">
                <a:latin typeface="Calibri" panose="020F0502020204030204" pitchFamily="34" charset="0"/>
                <a:ea typeface="Calibri" panose="020F0502020204030204" pitchFamily="34" charset="0"/>
                <a:cs typeface="Calibri" panose="020F0502020204030204" pitchFamily="34" charset="0"/>
              </a:rPr>
              <a:t>2025</a:t>
            </a:r>
            <a:r>
              <a:rPr lang="en-US" sz="1801" spc="300" dirty="0">
                <a:latin typeface="Calibri" panose="020F0502020204030204" pitchFamily="34" charset="0"/>
                <a:ea typeface="Calibri" panose="020F0502020204030204" pitchFamily="34" charset="0"/>
                <a:cs typeface="Calibri" panose="020F0502020204030204" pitchFamily="34" charset="0"/>
              </a:rPr>
              <a:t>-11-07</a:t>
            </a:r>
          </a:p>
        </p:txBody>
      </p:sp>
      <p:sp>
        <p:nvSpPr>
          <p:cNvPr id="5" name="Rectangle 4">
            <a:extLst>
              <a:ext uri="{FF2B5EF4-FFF2-40B4-BE49-F238E27FC236}">
                <a16:creationId xmlns:a16="http://schemas.microsoft.com/office/drawing/2014/main" id="{11F1200E-AA9E-2980-5D67-6F405A4003C5}"/>
              </a:ext>
            </a:extLst>
          </p:cNvPr>
          <p:cNvSpPr/>
          <p:nvPr/>
        </p:nvSpPr>
        <p:spPr>
          <a:xfrm>
            <a:off x="9549262" y="6308145"/>
            <a:ext cx="2198789" cy="369460"/>
          </a:xfrm>
          <a:prstGeom prst="rect">
            <a:avLst/>
          </a:prstGeom>
        </p:spPr>
        <p:txBody>
          <a:bodyPr wrap="square">
            <a:spAutoFit/>
          </a:bodyPr>
          <a:lstStyle/>
          <a:p>
            <a:pPr algn="ctr">
              <a:buClr>
                <a:srgbClr val="00B0F0"/>
              </a:buClr>
            </a:pPr>
            <a:r>
              <a:rPr lang="en-US" sz="1801" spc="300" dirty="0">
                <a:cs typeface="Gill Sans" panose="020B0502020104020203" pitchFamily="34" charset="-79"/>
              </a:rPr>
              <a:t>aml.edu.vn</a:t>
            </a:r>
          </a:p>
        </p:txBody>
      </p:sp>
      <p:sp>
        <p:nvSpPr>
          <p:cNvPr id="8" name="TextBox 7">
            <a:extLst>
              <a:ext uri="{FF2B5EF4-FFF2-40B4-BE49-F238E27FC236}">
                <a16:creationId xmlns:a16="http://schemas.microsoft.com/office/drawing/2014/main" id="{9AFFEC46-C6EC-7014-01D9-D28B474ABB71}"/>
              </a:ext>
            </a:extLst>
          </p:cNvPr>
          <p:cNvSpPr txBox="1"/>
          <p:nvPr/>
        </p:nvSpPr>
        <p:spPr>
          <a:xfrm>
            <a:off x="7526309" y="1502089"/>
            <a:ext cx="1596887" cy="523220"/>
          </a:xfrm>
          <a:prstGeom prst="rect">
            <a:avLst/>
          </a:prstGeom>
          <a:noFill/>
        </p:spPr>
        <p:txBody>
          <a:bodyPr wrap="square" rtlCol="0">
            <a:spAutoFit/>
          </a:bodyPr>
          <a:lstStyle/>
          <a:p>
            <a:r>
              <a:rPr lang="en-US" sz="2800" spc="600">
                <a:solidFill>
                  <a:srgbClr val="95A5BB"/>
                </a:solidFill>
                <a:latin typeface="Arial" panose="020B0604020202020204" pitchFamily="34" charset="0"/>
                <a:cs typeface="Arial" panose="020B0604020202020204" pitchFamily="34" charset="0"/>
              </a:rPr>
              <a:t>Topic:</a:t>
            </a:r>
            <a:endParaRPr lang="vi-VN" sz="2800" spc="600">
              <a:solidFill>
                <a:srgbClr val="95A5BB"/>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4EEFDBC-A6EF-B321-D805-477658A01521}"/>
              </a:ext>
            </a:extLst>
          </p:cNvPr>
          <p:cNvSpPr txBox="1"/>
          <p:nvPr/>
        </p:nvSpPr>
        <p:spPr>
          <a:xfrm>
            <a:off x="5448104" y="3276869"/>
            <a:ext cx="5753296" cy="646331"/>
          </a:xfrm>
          <a:prstGeom prst="rect">
            <a:avLst/>
          </a:prstGeom>
          <a:noFill/>
        </p:spPr>
        <p:txBody>
          <a:bodyPr wrap="square" rtlCol="0">
            <a:spAutoFit/>
          </a:bodyPr>
          <a:lstStyle/>
          <a:p>
            <a:pPr algn="ctr"/>
            <a:r>
              <a:rPr lang="en-US" sz="3600" b="1" spc="600" dirty="0">
                <a:solidFill>
                  <a:srgbClr val="95A5BB"/>
                </a:solidFill>
                <a:latin typeface="Arial" panose="020B0604020202020204" pitchFamily="34" charset="0"/>
                <a:cs typeface="Arial" panose="020B0604020202020204" pitchFamily="34" charset="0"/>
              </a:rPr>
              <a:t>ADC Conversion</a:t>
            </a:r>
            <a:endParaRPr lang="vi-VN" sz="3600" b="1" spc="600" dirty="0">
              <a:solidFill>
                <a:srgbClr val="95A5B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7457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DCB025-518A-379F-6081-C3EAB066715F}"/>
              </a:ext>
            </a:extLst>
          </p:cNvPr>
          <p:cNvSpPr>
            <a:spLocks noGrp="1"/>
          </p:cNvSpPr>
          <p:nvPr>
            <p:ph type="sldNum" sz="quarter" idx="12"/>
          </p:nvPr>
        </p:nvSpPr>
        <p:spPr/>
        <p:txBody>
          <a:bodyPr/>
          <a:lstStyle/>
          <a:p>
            <a:fld id="{8C2E478F-E849-4A8C-AF1F-CBCC78A7CBFA}" type="slidenum">
              <a:rPr lang="en-US" smtClean="0"/>
              <a:t>3</a:t>
            </a:fld>
            <a:endParaRPr lang="en-US" dirty="0"/>
          </a:p>
        </p:txBody>
      </p:sp>
      <p:sp>
        <p:nvSpPr>
          <p:cNvPr id="3" name="Title 2">
            <a:extLst>
              <a:ext uri="{FF2B5EF4-FFF2-40B4-BE49-F238E27FC236}">
                <a16:creationId xmlns:a16="http://schemas.microsoft.com/office/drawing/2014/main" id="{623CE8EE-B620-F0E8-FA0F-54C0A50A2421}"/>
              </a:ext>
            </a:extLst>
          </p:cNvPr>
          <p:cNvSpPr>
            <a:spLocks noGrp="1"/>
          </p:cNvSpPr>
          <p:nvPr>
            <p:ph type="title"/>
          </p:nvPr>
        </p:nvSpPr>
        <p:spPr/>
        <p:txBody>
          <a:bodyPr/>
          <a:lstStyle/>
          <a:p>
            <a:r>
              <a:rPr lang="en-US" dirty="0"/>
              <a:t>Outline</a:t>
            </a:r>
          </a:p>
        </p:txBody>
      </p:sp>
      <p:sp>
        <p:nvSpPr>
          <p:cNvPr id="4" name="Content Placeholder 3">
            <a:extLst>
              <a:ext uri="{FF2B5EF4-FFF2-40B4-BE49-F238E27FC236}">
                <a16:creationId xmlns:a16="http://schemas.microsoft.com/office/drawing/2014/main" id="{2FA03C88-6A12-2306-CFC3-F90EE6F35DB6}"/>
              </a:ext>
            </a:extLst>
          </p:cNvPr>
          <p:cNvSpPr>
            <a:spLocks noGrp="1"/>
          </p:cNvSpPr>
          <p:nvPr>
            <p:ph idx="1"/>
          </p:nvPr>
        </p:nvSpPr>
        <p:spPr/>
        <p:txBody>
          <a:bodyPr/>
          <a:lstStyle/>
          <a:p>
            <a:r>
              <a:rPr lang="en-US" dirty="0" err="1"/>
              <a:t>Tổng</a:t>
            </a:r>
            <a:r>
              <a:rPr lang="en-US" dirty="0"/>
              <a:t> </a:t>
            </a:r>
            <a:r>
              <a:rPr lang="en-US" dirty="0" err="1"/>
              <a:t>quan</a:t>
            </a:r>
            <a:r>
              <a:rPr lang="en-US" dirty="0"/>
              <a:t> ADC</a:t>
            </a:r>
          </a:p>
          <a:p>
            <a:r>
              <a:rPr lang="en-US" dirty="0"/>
              <a:t>ADC </a:t>
            </a:r>
            <a:r>
              <a:rPr lang="en-US" dirty="0" err="1"/>
              <a:t>trên</a:t>
            </a:r>
            <a:r>
              <a:rPr lang="en-US" dirty="0"/>
              <a:t> AVR</a:t>
            </a:r>
          </a:p>
          <a:p>
            <a:r>
              <a:rPr lang="en-US" dirty="0"/>
              <a:t>Example</a:t>
            </a:r>
          </a:p>
        </p:txBody>
      </p:sp>
    </p:spTree>
    <p:extLst>
      <p:ext uri="{BB962C8B-B14F-4D97-AF65-F5344CB8AC3E}">
        <p14:creationId xmlns:p14="http://schemas.microsoft.com/office/powerpoint/2010/main" val="3565042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AC7E68-A692-EF3E-0842-D12742EDB653}"/>
              </a:ext>
            </a:extLst>
          </p:cNvPr>
          <p:cNvSpPr>
            <a:spLocks noGrp="1"/>
          </p:cNvSpPr>
          <p:nvPr>
            <p:ph type="sldNum" sz="quarter" idx="12"/>
          </p:nvPr>
        </p:nvSpPr>
        <p:spPr/>
        <p:txBody>
          <a:bodyPr/>
          <a:lstStyle/>
          <a:p>
            <a:fld id="{8C2E478F-E849-4A8C-AF1F-CBCC78A7CBFA}" type="slidenum">
              <a:rPr lang="en-US" smtClean="0"/>
              <a:t>4</a:t>
            </a:fld>
            <a:endParaRPr lang="en-US" dirty="0"/>
          </a:p>
        </p:txBody>
      </p:sp>
      <p:sp>
        <p:nvSpPr>
          <p:cNvPr id="3" name="Text Placeholder 2">
            <a:extLst>
              <a:ext uri="{FF2B5EF4-FFF2-40B4-BE49-F238E27FC236}">
                <a16:creationId xmlns:a16="http://schemas.microsoft.com/office/drawing/2014/main" id="{F4E023D8-384A-7D65-E646-E51786F38FC4}"/>
              </a:ext>
            </a:extLst>
          </p:cNvPr>
          <p:cNvSpPr>
            <a:spLocks noGrp="1"/>
          </p:cNvSpPr>
          <p:nvPr>
            <p:ph type="body" sz="quarter" idx="13"/>
          </p:nvPr>
        </p:nvSpPr>
        <p:spPr/>
        <p:txBody>
          <a:bodyPr/>
          <a:lstStyle/>
          <a:p>
            <a:r>
              <a:rPr lang="en-VN" b="1" dirty="0"/>
              <a:t>TỔNG QUAN ADC</a:t>
            </a:r>
          </a:p>
        </p:txBody>
      </p:sp>
    </p:spTree>
    <p:extLst>
      <p:ext uri="{BB962C8B-B14F-4D97-AF65-F5344CB8AC3E}">
        <p14:creationId xmlns:p14="http://schemas.microsoft.com/office/powerpoint/2010/main" val="3870485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E5A88F-FC41-008A-724B-CF5FCBB0A1D8}"/>
              </a:ext>
            </a:extLst>
          </p:cNvPr>
          <p:cNvSpPr>
            <a:spLocks noGrp="1"/>
          </p:cNvSpPr>
          <p:nvPr>
            <p:ph type="sldNum" sz="quarter" idx="12"/>
          </p:nvPr>
        </p:nvSpPr>
        <p:spPr/>
        <p:txBody>
          <a:bodyPr/>
          <a:lstStyle/>
          <a:p>
            <a:fld id="{8C2E478F-E849-4A8C-AF1F-CBCC78A7CBFA}" type="slidenum">
              <a:rPr lang="en-US" smtClean="0"/>
              <a:t>5</a:t>
            </a:fld>
            <a:endParaRPr lang="en-US" dirty="0"/>
          </a:p>
        </p:txBody>
      </p:sp>
      <p:sp>
        <p:nvSpPr>
          <p:cNvPr id="3" name="Title 2">
            <a:extLst>
              <a:ext uri="{FF2B5EF4-FFF2-40B4-BE49-F238E27FC236}">
                <a16:creationId xmlns:a16="http://schemas.microsoft.com/office/drawing/2014/main" id="{D98AC7E3-69AC-8A21-FFB7-434EEC84365B}"/>
              </a:ext>
            </a:extLst>
          </p:cNvPr>
          <p:cNvSpPr>
            <a:spLocks noGrp="1"/>
          </p:cNvSpPr>
          <p:nvPr>
            <p:ph type="title"/>
          </p:nvPr>
        </p:nvSpPr>
        <p:spPr/>
        <p:txBody>
          <a:bodyPr/>
          <a:lstStyle/>
          <a:p>
            <a:r>
              <a:rPr lang="en-VN" dirty="0"/>
              <a:t>Tổng quan ADC</a:t>
            </a:r>
          </a:p>
        </p:txBody>
      </p:sp>
      <p:sp>
        <p:nvSpPr>
          <p:cNvPr id="4" name="Content Placeholder 3">
            <a:extLst>
              <a:ext uri="{FF2B5EF4-FFF2-40B4-BE49-F238E27FC236}">
                <a16:creationId xmlns:a16="http://schemas.microsoft.com/office/drawing/2014/main" id="{E55400DE-4CD4-7414-2F98-81BDC83B4EAE}"/>
              </a:ext>
            </a:extLst>
          </p:cNvPr>
          <p:cNvSpPr>
            <a:spLocks noGrp="1"/>
          </p:cNvSpPr>
          <p:nvPr>
            <p:ph idx="1"/>
          </p:nvPr>
        </p:nvSpPr>
        <p:spPr/>
        <p:txBody>
          <a:bodyPr/>
          <a:lstStyle/>
          <a:p>
            <a:r>
              <a:rPr lang="en-VN" dirty="0"/>
              <a:t>Có rất nhiều phương pháp chuyển đổi ADC, một trong những các cơ bản và phổ biến là phương chuyển đổi trức tiếp (Direct Converting) hoặc flash ADC. Cấu thành từ các bộ so sánh như (Op-amp). Các bộ chuyển đổi được mắc song song và kết nối trực tiếp với tính hiệu analog cần chuyển đổi. Một điện áp tham chiếu V</a:t>
            </a:r>
            <a:r>
              <a:rPr lang="en-VN" i="1" baseline="-25000" dirty="0"/>
              <a:t>ref  </a:t>
            </a:r>
            <a:r>
              <a:rPr lang="en-VN" dirty="0"/>
              <a:t>một mạch chia điện áp để tạo ra các mức điện áp khác nhau. </a:t>
            </a:r>
            <a:r>
              <a:rPr lang="en-US" dirty="0"/>
              <a:t>C</a:t>
            </a:r>
            <a:r>
              <a:rPr lang="en-VN" dirty="0"/>
              <a:t>ho mỗi bộ so sánh. </a:t>
            </a:r>
            <a:endParaRPr lang="en-VN" i="1" baseline="-25000" dirty="0"/>
          </a:p>
        </p:txBody>
      </p:sp>
    </p:spTree>
    <p:extLst>
      <p:ext uri="{BB962C8B-B14F-4D97-AF65-F5344CB8AC3E}">
        <p14:creationId xmlns:p14="http://schemas.microsoft.com/office/powerpoint/2010/main" val="163544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FF3FF-8739-94E6-8487-AB08F8E767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28E74F-CDC5-CDF7-CABD-936B7490B96D}"/>
              </a:ext>
            </a:extLst>
          </p:cNvPr>
          <p:cNvSpPr>
            <a:spLocks noGrp="1"/>
          </p:cNvSpPr>
          <p:nvPr>
            <p:ph type="sldNum" sz="quarter" idx="12"/>
          </p:nvPr>
        </p:nvSpPr>
        <p:spPr/>
        <p:txBody>
          <a:bodyPr/>
          <a:lstStyle/>
          <a:p>
            <a:fld id="{8C2E478F-E849-4A8C-AF1F-CBCC78A7CBFA}" type="slidenum">
              <a:rPr lang="en-US" smtClean="0"/>
              <a:t>6</a:t>
            </a:fld>
            <a:endParaRPr lang="en-US" dirty="0"/>
          </a:p>
        </p:txBody>
      </p:sp>
      <p:sp>
        <p:nvSpPr>
          <p:cNvPr id="3" name="Title 2">
            <a:extLst>
              <a:ext uri="{FF2B5EF4-FFF2-40B4-BE49-F238E27FC236}">
                <a16:creationId xmlns:a16="http://schemas.microsoft.com/office/drawing/2014/main" id="{7585F319-09B6-5C93-BCAC-8335A5C4BD18}"/>
              </a:ext>
            </a:extLst>
          </p:cNvPr>
          <p:cNvSpPr>
            <a:spLocks noGrp="1"/>
          </p:cNvSpPr>
          <p:nvPr>
            <p:ph type="title"/>
          </p:nvPr>
        </p:nvSpPr>
        <p:spPr/>
        <p:txBody>
          <a:bodyPr/>
          <a:lstStyle/>
          <a:p>
            <a:r>
              <a:rPr lang="en-VN" dirty="0"/>
              <a:t>Tổng quang ADC</a:t>
            </a:r>
          </a:p>
        </p:txBody>
      </p:sp>
      <p:pic>
        <p:nvPicPr>
          <p:cNvPr id="6" name="Content Placeholder 5">
            <a:extLst>
              <a:ext uri="{FF2B5EF4-FFF2-40B4-BE49-F238E27FC236}">
                <a16:creationId xmlns:a16="http://schemas.microsoft.com/office/drawing/2014/main" id="{024624EB-1CBD-1DA3-5605-08A6F50571F9}"/>
              </a:ext>
            </a:extLst>
          </p:cNvPr>
          <p:cNvPicPr>
            <a:picLocks noGrp="1" noChangeAspect="1"/>
          </p:cNvPicPr>
          <p:nvPr>
            <p:ph idx="1"/>
          </p:nvPr>
        </p:nvPicPr>
        <p:blipFill>
          <a:blip r:embed="rId2"/>
          <a:stretch>
            <a:fillRect/>
          </a:stretch>
        </p:blipFill>
        <p:spPr>
          <a:xfrm>
            <a:off x="594519" y="1508126"/>
            <a:ext cx="4924154" cy="3793714"/>
          </a:xfrm>
        </p:spPr>
      </p:pic>
      <p:sp>
        <p:nvSpPr>
          <p:cNvPr id="10" name="Rounded Rectangle 9">
            <a:extLst>
              <a:ext uri="{FF2B5EF4-FFF2-40B4-BE49-F238E27FC236}">
                <a16:creationId xmlns:a16="http://schemas.microsoft.com/office/drawing/2014/main" id="{C4D80B72-D340-2C8F-9624-92424648F5D0}"/>
              </a:ext>
            </a:extLst>
          </p:cNvPr>
          <p:cNvSpPr/>
          <p:nvPr/>
        </p:nvSpPr>
        <p:spPr>
          <a:xfrm>
            <a:off x="6505846" y="1075765"/>
            <a:ext cx="4924154" cy="26776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TextBox 6">
            <a:extLst>
              <a:ext uri="{FF2B5EF4-FFF2-40B4-BE49-F238E27FC236}">
                <a16:creationId xmlns:a16="http://schemas.microsoft.com/office/drawing/2014/main" id="{E5CEAAA4-0FB9-F861-60EB-9F608E7297FB}"/>
              </a:ext>
            </a:extLst>
          </p:cNvPr>
          <p:cNvSpPr txBox="1"/>
          <p:nvPr/>
        </p:nvSpPr>
        <p:spPr>
          <a:xfrm>
            <a:off x="6519134" y="1075765"/>
            <a:ext cx="5077610" cy="2677656"/>
          </a:xfrm>
          <a:prstGeom prst="rect">
            <a:avLst/>
          </a:prstGeom>
          <a:noFill/>
        </p:spPr>
        <p:txBody>
          <a:bodyPr wrap="square" rtlCol="0">
            <a:spAutoFit/>
          </a:bodyPr>
          <a:lstStyle/>
          <a:p>
            <a:r>
              <a:rPr lang="en-VN" sz="2400" dirty="0">
                <a:solidFill>
                  <a:schemeClr val="bg1"/>
                </a:solidFill>
                <a:latin typeface="Arial" panose="020B0604020202020204" pitchFamily="34" charset="0"/>
                <a:cs typeface="Arial" panose="020B0604020202020204" pitchFamily="34" charset="0"/>
              </a:rPr>
              <a:t>Hình ảnh mô tả một bộ chuyển đổi ADC có 4 bộ so sánh:</a:t>
            </a:r>
          </a:p>
          <a:p>
            <a:pPr marL="285750" indent="-285750">
              <a:buFont typeface="Arial" panose="020B0604020202020204" pitchFamily="34" charset="0"/>
              <a:buChar char="•"/>
            </a:pPr>
            <a:r>
              <a:rPr lang="en-VN" sz="2400" dirty="0">
                <a:solidFill>
                  <a:schemeClr val="bg1"/>
                </a:solidFill>
                <a:latin typeface="Arial" panose="020B0604020202020204" pitchFamily="34" charset="0"/>
                <a:cs typeface="Arial" panose="020B0604020202020204" pitchFamily="34" charset="0"/>
              </a:rPr>
              <a:t>Vin: tín hiệu analog cần chuyển đổi.</a:t>
            </a:r>
          </a:p>
          <a:p>
            <a:pPr marL="285750" indent="-285750">
              <a:buFont typeface="Arial" panose="020B0604020202020204" pitchFamily="34" charset="0"/>
              <a:buChar char="•"/>
            </a:pPr>
            <a:r>
              <a:rPr lang="en-VN" sz="2400" dirty="0">
                <a:solidFill>
                  <a:schemeClr val="bg1"/>
                </a:solidFill>
                <a:latin typeface="Arial" panose="020B0604020202020204" pitchFamily="34" charset="0"/>
                <a:cs typeface="Arial" panose="020B0604020202020204" pitchFamily="34" charset="0"/>
              </a:rPr>
              <a:t>Vo1, Vo2, Vo3, Vo4: các con số tạo thành từ sự kết hợp các mức nhị phân trên các chân Vo.</a:t>
            </a:r>
          </a:p>
        </p:txBody>
      </p:sp>
    </p:spTree>
    <p:extLst>
      <p:ext uri="{BB962C8B-B14F-4D97-AF65-F5344CB8AC3E}">
        <p14:creationId xmlns:p14="http://schemas.microsoft.com/office/powerpoint/2010/main" val="2533552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311B8-F710-48E4-A04A-77119BA819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21B3F3-AA2B-9D0F-FDF8-162559E15F82}"/>
              </a:ext>
            </a:extLst>
          </p:cNvPr>
          <p:cNvSpPr>
            <a:spLocks noGrp="1"/>
          </p:cNvSpPr>
          <p:nvPr>
            <p:ph type="sldNum" sz="quarter" idx="12"/>
          </p:nvPr>
        </p:nvSpPr>
        <p:spPr/>
        <p:txBody>
          <a:bodyPr/>
          <a:lstStyle/>
          <a:p>
            <a:fld id="{8C2E478F-E849-4A8C-AF1F-CBCC78A7CBFA}" type="slidenum">
              <a:rPr lang="en-US" smtClean="0"/>
              <a:t>7</a:t>
            </a:fld>
            <a:endParaRPr lang="en-US" dirty="0"/>
          </a:p>
        </p:txBody>
      </p:sp>
      <p:sp>
        <p:nvSpPr>
          <p:cNvPr id="3" name="Title 2">
            <a:extLst>
              <a:ext uri="{FF2B5EF4-FFF2-40B4-BE49-F238E27FC236}">
                <a16:creationId xmlns:a16="http://schemas.microsoft.com/office/drawing/2014/main" id="{9E672764-FD5D-69AA-6548-A33656681BA7}"/>
              </a:ext>
            </a:extLst>
          </p:cNvPr>
          <p:cNvSpPr>
            <a:spLocks noGrp="1"/>
          </p:cNvSpPr>
          <p:nvPr>
            <p:ph type="title"/>
          </p:nvPr>
        </p:nvSpPr>
        <p:spPr/>
        <p:txBody>
          <a:bodyPr/>
          <a:lstStyle/>
          <a:p>
            <a:r>
              <a:rPr lang="en-VN" dirty="0"/>
              <a:t>Tổng quan ADC</a:t>
            </a:r>
          </a:p>
        </p:txBody>
      </p:sp>
      <p:pic>
        <p:nvPicPr>
          <p:cNvPr id="6" name="Content Placeholder 5">
            <a:extLst>
              <a:ext uri="{FF2B5EF4-FFF2-40B4-BE49-F238E27FC236}">
                <a16:creationId xmlns:a16="http://schemas.microsoft.com/office/drawing/2014/main" id="{13125F71-59A3-3B75-DEBC-E8C16FB6E71F}"/>
              </a:ext>
            </a:extLst>
          </p:cNvPr>
          <p:cNvPicPr>
            <a:picLocks noGrp="1" noChangeAspect="1"/>
          </p:cNvPicPr>
          <p:nvPr>
            <p:ph idx="1"/>
          </p:nvPr>
        </p:nvPicPr>
        <p:blipFill>
          <a:blip r:embed="rId2"/>
          <a:stretch>
            <a:fillRect/>
          </a:stretch>
        </p:blipFill>
        <p:spPr>
          <a:xfrm>
            <a:off x="594519" y="1508126"/>
            <a:ext cx="4924154" cy="3793714"/>
          </a:xfrm>
        </p:spPr>
      </p:pic>
      <p:sp>
        <p:nvSpPr>
          <p:cNvPr id="4" name="Rounded Rectangle 3">
            <a:extLst>
              <a:ext uri="{FF2B5EF4-FFF2-40B4-BE49-F238E27FC236}">
                <a16:creationId xmlns:a16="http://schemas.microsoft.com/office/drawing/2014/main" id="{DB19EEDB-98D1-829B-777B-A490FF7CD115}"/>
              </a:ext>
            </a:extLst>
          </p:cNvPr>
          <p:cNvSpPr/>
          <p:nvPr/>
        </p:nvSpPr>
        <p:spPr>
          <a:xfrm>
            <a:off x="6434254" y="1075765"/>
            <a:ext cx="5162490" cy="3785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TextBox 6">
            <a:extLst>
              <a:ext uri="{FF2B5EF4-FFF2-40B4-BE49-F238E27FC236}">
                <a16:creationId xmlns:a16="http://schemas.microsoft.com/office/drawing/2014/main" id="{EA0FB4EF-FD91-7F82-8927-66D5F2DBFA94}"/>
              </a:ext>
            </a:extLst>
          </p:cNvPr>
          <p:cNvSpPr txBox="1"/>
          <p:nvPr/>
        </p:nvSpPr>
        <p:spPr>
          <a:xfrm>
            <a:off x="6519134" y="1075765"/>
            <a:ext cx="5077610" cy="3785652"/>
          </a:xfrm>
          <a:prstGeom prst="rect">
            <a:avLst/>
          </a:prstGeom>
          <a:noFill/>
        </p:spPr>
        <p:txBody>
          <a:bodyPr wrap="square" rtlCol="0">
            <a:spAutoFit/>
          </a:bodyPr>
          <a:lstStyle/>
          <a:p>
            <a:pPr marL="342900" indent="-342900">
              <a:buFont typeface="Arial" panose="020B0604020202020204" pitchFamily="34" charset="0"/>
              <a:buChar char="•"/>
            </a:pPr>
            <a:r>
              <a:rPr lang="en-VN" sz="2400" dirty="0">
                <a:solidFill>
                  <a:schemeClr val="bg1"/>
                </a:solidFill>
                <a:latin typeface="Arial" panose="020B0604020202020204" pitchFamily="34" charset="0"/>
                <a:cs typeface="Arial" panose="020B0604020202020204" pitchFamily="34" charset="0"/>
              </a:rPr>
              <a:t>Do ảnh hưởng các mạch chia áp nên chân (V-) của op amp sẽ cho các mức điện áp khác nhau.</a:t>
            </a:r>
          </a:p>
          <a:p>
            <a:pPr marL="342900" indent="-342900">
              <a:buFont typeface="Arial" panose="020B0604020202020204" pitchFamily="34" charset="0"/>
              <a:buChar char="•"/>
            </a:pPr>
            <a:r>
              <a:rPr lang="en-US" sz="2400" dirty="0">
                <a:solidFill>
                  <a:schemeClr val="bg1"/>
                </a:solidFill>
                <a:latin typeface="Arial" panose="020B0604020202020204" pitchFamily="34" charset="0"/>
                <a:cs typeface="Arial" panose="020B0604020202020204" pitchFamily="34" charset="0"/>
              </a:rPr>
              <a:t>S</a:t>
            </a:r>
            <a:r>
              <a:rPr lang="en-VN" sz="2400" dirty="0">
                <a:solidFill>
                  <a:schemeClr val="bg1"/>
                </a:solidFill>
                <a:latin typeface="Arial" panose="020B0604020202020204" pitchFamily="34" charset="0"/>
                <a:cs typeface="Arial" panose="020B0604020202020204" pitchFamily="34" charset="0"/>
              </a:rPr>
              <a:t>ẽ có tất cả 5 trường hợp khác nhau chia theo 5 mức số khác nhau. </a:t>
            </a:r>
          </a:p>
          <a:p>
            <a:pPr marL="342900" indent="-342900">
              <a:buFont typeface="Arial" panose="020B0604020202020204" pitchFamily="34" charset="0"/>
              <a:buChar char="•"/>
            </a:pPr>
            <a:r>
              <a:rPr lang="en-VN" sz="2400" dirty="0">
                <a:solidFill>
                  <a:schemeClr val="bg1"/>
                </a:solidFill>
                <a:latin typeface="Arial" panose="020B0604020202020204" pitchFamily="34" charset="0"/>
                <a:cs typeface="Arial" panose="020B0604020202020204" pitchFamily="34" charset="0"/>
              </a:rPr>
              <a:t>Chú ý các ngõ ra của Vo không phải các bit của tính hiệu số đầu ra, chúng đại diện cho tổ hợp thành tính hiệu số ngõ ra. </a:t>
            </a:r>
          </a:p>
        </p:txBody>
      </p:sp>
    </p:spTree>
    <p:extLst>
      <p:ext uri="{BB962C8B-B14F-4D97-AF65-F5344CB8AC3E}">
        <p14:creationId xmlns:p14="http://schemas.microsoft.com/office/powerpoint/2010/main" val="4150834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E4C8E-08B2-4E98-8F41-FFB8B0FE3D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1E4CC0-86E6-8C9E-B239-6DADDDF142DF}"/>
              </a:ext>
            </a:extLst>
          </p:cNvPr>
          <p:cNvSpPr>
            <a:spLocks noGrp="1"/>
          </p:cNvSpPr>
          <p:nvPr>
            <p:ph type="sldNum" sz="quarter" idx="12"/>
          </p:nvPr>
        </p:nvSpPr>
        <p:spPr/>
        <p:txBody>
          <a:bodyPr/>
          <a:lstStyle/>
          <a:p>
            <a:fld id="{8C2E478F-E849-4A8C-AF1F-CBCC78A7CBFA}" type="slidenum">
              <a:rPr lang="en-US" smtClean="0"/>
              <a:t>8</a:t>
            </a:fld>
            <a:endParaRPr lang="en-US" dirty="0"/>
          </a:p>
        </p:txBody>
      </p:sp>
      <p:sp>
        <p:nvSpPr>
          <p:cNvPr id="3" name="Title 2">
            <a:extLst>
              <a:ext uri="{FF2B5EF4-FFF2-40B4-BE49-F238E27FC236}">
                <a16:creationId xmlns:a16="http://schemas.microsoft.com/office/drawing/2014/main" id="{7AEEEE03-A726-112D-16B2-C9D11A2815C9}"/>
              </a:ext>
            </a:extLst>
          </p:cNvPr>
          <p:cNvSpPr>
            <a:spLocks noGrp="1"/>
          </p:cNvSpPr>
          <p:nvPr>
            <p:ph type="title"/>
          </p:nvPr>
        </p:nvSpPr>
        <p:spPr/>
        <p:txBody>
          <a:bodyPr/>
          <a:lstStyle/>
          <a:p>
            <a:r>
              <a:rPr lang="en-VN" dirty="0"/>
              <a:t>Tổng quan ADC</a:t>
            </a:r>
          </a:p>
        </p:txBody>
      </p:sp>
      <p:sp>
        <p:nvSpPr>
          <p:cNvPr id="11" name="Content Placeholder 10">
            <a:extLst>
              <a:ext uri="{FF2B5EF4-FFF2-40B4-BE49-F238E27FC236}">
                <a16:creationId xmlns:a16="http://schemas.microsoft.com/office/drawing/2014/main" id="{CD9753BB-CCE4-AA84-D0F9-949E10EEF3C5}"/>
              </a:ext>
            </a:extLst>
          </p:cNvPr>
          <p:cNvSpPr>
            <a:spLocks noGrp="1"/>
          </p:cNvSpPr>
          <p:nvPr>
            <p:ph idx="1"/>
          </p:nvPr>
        </p:nvSpPr>
        <p:spPr/>
        <p:txBody>
          <a:bodyPr/>
          <a:lstStyle/>
          <a:p>
            <a:r>
              <a:rPr lang="en-VN" dirty="0"/>
              <a:t>Bảng 5 trường hợp chia theo 5 mức số khác nhau.</a:t>
            </a:r>
          </a:p>
        </p:txBody>
      </p:sp>
      <p:pic>
        <p:nvPicPr>
          <p:cNvPr id="13" name="Picture 12">
            <a:extLst>
              <a:ext uri="{FF2B5EF4-FFF2-40B4-BE49-F238E27FC236}">
                <a16:creationId xmlns:a16="http://schemas.microsoft.com/office/drawing/2014/main" id="{7C888CD8-581B-FAC3-E871-F0DB1A61CEF5}"/>
              </a:ext>
            </a:extLst>
          </p:cNvPr>
          <p:cNvPicPr>
            <a:picLocks noChangeAspect="1"/>
          </p:cNvPicPr>
          <p:nvPr/>
        </p:nvPicPr>
        <p:blipFill>
          <a:blip r:embed="rId2"/>
          <a:stretch>
            <a:fillRect/>
          </a:stretch>
        </p:blipFill>
        <p:spPr>
          <a:xfrm>
            <a:off x="2929304" y="2080707"/>
            <a:ext cx="6333392" cy="3125993"/>
          </a:xfrm>
          <a:prstGeom prst="rect">
            <a:avLst/>
          </a:prstGeom>
        </p:spPr>
      </p:pic>
    </p:spTree>
    <p:extLst>
      <p:ext uri="{BB962C8B-B14F-4D97-AF65-F5344CB8AC3E}">
        <p14:creationId xmlns:p14="http://schemas.microsoft.com/office/powerpoint/2010/main" val="177511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C1E483-3B08-0EEC-E624-4BE6A9691DA4}"/>
              </a:ext>
            </a:extLst>
          </p:cNvPr>
          <p:cNvSpPr>
            <a:spLocks noGrp="1"/>
          </p:cNvSpPr>
          <p:nvPr>
            <p:ph type="sldNum" sz="quarter" idx="12"/>
          </p:nvPr>
        </p:nvSpPr>
        <p:spPr/>
        <p:txBody>
          <a:bodyPr/>
          <a:lstStyle/>
          <a:p>
            <a:fld id="{8C2E478F-E849-4A8C-AF1F-CBCC78A7CBFA}" type="slidenum">
              <a:rPr lang="en-US" smtClean="0"/>
              <a:t>9</a:t>
            </a:fld>
            <a:endParaRPr lang="en-US" dirty="0"/>
          </a:p>
        </p:txBody>
      </p:sp>
      <p:sp>
        <p:nvSpPr>
          <p:cNvPr id="3" name="Text Placeholder 2">
            <a:extLst>
              <a:ext uri="{FF2B5EF4-FFF2-40B4-BE49-F238E27FC236}">
                <a16:creationId xmlns:a16="http://schemas.microsoft.com/office/drawing/2014/main" id="{3981A748-C55C-688F-6439-21C663B68A4C}"/>
              </a:ext>
            </a:extLst>
          </p:cNvPr>
          <p:cNvSpPr>
            <a:spLocks noGrp="1"/>
          </p:cNvSpPr>
          <p:nvPr>
            <p:ph type="body" sz="quarter" idx="13"/>
          </p:nvPr>
        </p:nvSpPr>
        <p:spPr/>
        <p:txBody>
          <a:bodyPr/>
          <a:lstStyle/>
          <a:p>
            <a:r>
              <a:rPr lang="en-VN" b="1" dirty="0"/>
              <a:t>ADC TRÊN AVR</a:t>
            </a:r>
          </a:p>
        </p:txBody>
      </p:sp>
    </p:spTree>
    <p:extLst>
      <p:ext uri="{BB962C8B-B14F-4D97-AF65-F5344CB8AC3E}">
        <p14:creationId xmlns:p14="http://schemas.microsoft.com/office/powerpoint/2010/main" val="4248531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8C538-3021-AB1C-874D-9BC926B793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3C2BD1-C9ED-D2A6-8885-02B37B0111AC}"/>
              </a:ext>
            </a:extLst>
          </p:cNvPr>
          <p:cNvSpPr>
            <a:spLocks noGrp="1"/>
          </p:cNvSpPr>
          <p:nvPr>
            <p:ph type="sldNum" sz="quarter" idx="12"/>
          </p:nvPr>
        </p:nvSpPr>
        <p:spPr/>
        <p:txBody>
          <a:bodyPr/>
          <a:lstStyle/>
          <a:p>
            <a:fld id="{8C2E478F-E849-4A8C-AF1F-CBCC78A7CBFA}" type="slidenum">
              <a:rPr lang="en-US" smtClean="0"/>
              <a:t>10</a:t>
            </a:fld>
            <a:endParaRPr lang="en-US" dirty="0"/>
          </a:p>
        </p:txBody>
      </p:sp>
      <p:sp>
        <p:nvSpPr>
          <p:cNvPr id="3" name="Title 2">
            <a:extLst>
              <a:ext uri="{FF2B5EF4-FFF2-40B4-BE49-F238E27FC236}">
                <a16:creationId xmlns:a16="http://schemas.microsoft.com/office/drawing/2014/main" id="{0DB97B37-75D5-41C0-0C64-669CAAFD9681}"/>
              </a:ext>
            </a:extLst>
          </p:cNvPr>
          <p:cNvSpPr>
            <a:spLocks noGrp="1"/>
          </p:cNvSpPr>
          <p:nvPr>
            <p:ph type="title"/>
          </p:nvPr>
        </p:nvSpPr>
        <p:spPr/>
        <p:txBody>
          <a:bodyPr/>
          <a:lstStyle/>
          <a:p>
            <a:r>
              <a:rPr lang="en-US" dirty="0"/>
              <a:t>Concept</a:t>
            </a:r>
          </a:p>
        </p:txBody>
      </p:sp>
      <p:sp>
        <p:nvSpPr>
          <p:cNvPr id="4" name="Content Placeholder 3">
            <a:extLst>
              <a:ext uri="{FF2B5EF4-FFF2-40B4-BE49-F238E27FC236}">
                <a16:creationId xmlns:a16="http://schemas.microsoft.com/office/drawing/2014/main" id="{F0354427-2AC7-4C6B-6C42-BA388FB2DE54}"/>
              </a:ext>
            </a:extLst>
          </p:cNvPr>
          <p:cNvSpPr>
            <a:spLocks noGrp="1"/>
          </p:cNvSpPr>
          <p:nvPr>
            <p:ph idx="1"/>
          </p:nvPr>
        </p:nvSpPr>
        <p:spPr/>
        <p:txBody>
          <a:bodyPr/>
          <a:lstStyle/>
          <a:p>
            <a:r>
              <a:rPr lang="en-US" dirty="0"/>
              <a:t>Thanh </a:t>
            </a:r>
            <a:r>
              <a:rPr lang="en-US" dirty="0" err="1"/>
              <a:t>ghi</a:t>
            </a:r>
            <a:r>
              <a:rPr lang="en-US" dirty="0"/>
              <a:t> ADMUX</a:t>
            </a:r>
          </a:p>
          <a:p>
            <a:r>
              <a:rPr lang="en-US" dirty="0"/>
              <a:t>Thanh </a:t>
            </a:r>
            <a:r>
              <a:rPr lang="en-US" dirty="0" err="1"/>
              <a:t>ghi</a:t>
            </a:r>
            <a:r>
              <a:rPr lang="en-US" dirty="0"/>
              <a:t> ADCSRA</a:t>
            </a:r>
          </a:p>
          <a:p>
            <a:r>
              <a:rPr lang="en-US" dirty="0"/>
              <a:t>Thanh </a:t>
            </a:r>
            <a:r>
              <a:rPr lang="en-US" dirty="0" err="1"/>
              <a:t>ghi</a:t>
            </a:r>
            <a:r>
              <a:rPr lang="en-US" dirty="0"/>
              <a:t> ADCL &amp; ADCH</a:t>
            </a:r>
          </a:p>
          <a:p>
            <a:r>
              <a:rPr lang="en-US" dirty="0"/>
              <a:t>Thanh </a:t>
            </a:r>
            <a:r>
              <a:rPr lang="en-US" dirty="0" err="1"/>
              <a:t>ghi</a:t>
            </a:r>
            <a:r>
              <a:rPr lang="en-US" dirty="0"/>
              <a:t> SFIOR </a:t>
            </a:r>
          </a:p>
        </p:txBody>
      </p:sp>
    </p:spTree>
    <p:extLst>
      <p:ext uri="{BB962C8B-B14F-4D97-AF65-F5344CB8AC3E}">
        <p14:creationId xmlns:p14="http://schemas.microsoft.com/office/powerpoint/2010/main" val="953615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6DA00-2787-D02E-D57B-DFCAA007BE9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C8BBA6-A975-9AA3-FFB3-CF12BBC4A179}"/>
              </a:ext>
            </a:extLst>
          </p:cNvPr>
          <p:cNvSpPr>
            <a:spLocks noGrp="1"/>
          </p:cNvSpPr>
          <p:nvPr>
            <p:ph type="sldNum" sz="quarter" idx="12"/>
          </p:nvPr>
        </p:nvSpPr>
        <p:spPr/>
        <p:txBody>
          <a:bodyPr/>
          <a:lstStyle/>
          <a:p>
            <a:fld id="{8C2E478F-E849-4A8C-AF1F-CBCC78A7CBFA}" type="slidenum">
              <a:rPr lang="en-US" smtClean="0"/>
              <a:t>11</a:t>
            </a:fld>
            <a:endParaRPr lang="en-US" dirty="0"/>
          </a:p>
        </p:txBody>
      </p:sp>
      <p:sp>
        <p:nvSpPr>
          <p:cNvPr id="3" name="Title 2">
            <a:extLst>
              <a:ext uri="{FF2B5EF4-FFF2-40B4-BE49-F238E27FC236}">
                <a16:creationId xmlns:a16="http://schemas.microsoft.com/office/drawing/2014/main" id="{D5C80A2E-906A-C7C2-17A6-91D3C0AA964A}"/>
              </a:ext>
            </a:extLst>
          </p:cNvPr>
          <p:cNvSpPr>
            <a:spLocks noGrp="1"/>
          </p:cNvSpPr>
          <p:nvPr>
            <p:ph type="title"/>
          </p:nvPr>
        </p:nvSpPr>
        <p:spPr/>
        <p:txBody>
          <a:bodyPr/>
          <a:lstStyle/>
          <a:p>
            <a:r>
              <a:rPr lang="en-VN" dirty="0"/>
              <a:t>Thanh ghi ADMUX</a:t>
            </a:r>
          </a:p>
        </p:txBody>
      </p:sp>
      <p:sp>
        <p:nvSpPr>
          <p:cNvPr id="4" name="Content Placeholder 3">
            <a:extLst>
              <a:ext uri="{FF2B5EF4-FFF2-40B4-BE49-F238E27FC236}">
                <a16:creationId xmlns:a16="http://schemas.microsoft.com/office/drawing/2014/main" id="{C45ACECE-6E1D-B990-5074-C5BA525C2BA9}"/>
              </a:ext>
            </a:extLst>
          </p:cNvPr>
          <p:cNvSpPr>
            <a:spLocks noGrp="1"/>
          </p:cNvSpPr>
          <p:nvPr>
            <p:ph idx="1"/>
          </p:nvPr>
        </p:nvSpPr>
        <p:spPr/>
        <p:txBody>
          <a:bodyPr/>
          <a:lstStyle/>
          <a:p>
            <a:r>
              <a:rPr lang="en-VN" dirty="0"/>
              <a:t>Thanh ghi ADMUX (ADC Mutiplexer Selection Register): là thanh ghi 8 bit điều khiển việc chọn điện áp tham chiếu và chế độ hoạt động ADC.</a:t>
            </a:r>
          </a:p>
          <a:p>
            <a:endParaRPr lang="en-VN" dirty="0"/>
          </a:p>
          <a:p>
            <a:r>
              <a:rPr lang="en-VN" dirty="0"/>
              <a:t>Trong đó:</a:t>
            </a:r>
          </a:p>
          <a:p>
            <a:pPr lvl="1"/>
            <a:r>
              <a:rPr lang="en-VN" dirty="0"/>
              <a:t>Bit 7:6 – REFS1:0 (Reference Selection Bits): 2 bits chọn điện áp tham chiếu cho ADC.</a:t>
            </a:r>
          </a:p>
          <a:p>
            <a:pPr lvl="1"/>
            <a:r>
              <a:rPr lang="en-VN" dirty="0"/>
              <a:t>Bit 5 – ADLAR (ADC Left Adjust Result): bit chọn cách sắp xếp của 2 thanh ghi ADCL &amp; ADCH.</a:t>
            </a:r>
          </a:p>
          <a:p>
            <a:pPr lvl="1"/>
            <a:r>
              <a:rPr lang="en-VN" dirty="0"/>
              <a:t>Bits 4:0 – MUX4:0 (Analog channel and Gain Selection Bits): 5 bits chọn kênh, chế độ và hệ số khuyếch đại cho ADC.</a:t>
            </a:r>
          </a:p>
        </p:txBody>
      </p:sp>
      <p:pic>
        <p:nvPicPr>
          <p:cNvPr id="6" name="Picture 5">
            <a:extLst>
              <a:ext uri="{FF2B5EF4-FFF2-40B4-BE49-F238E27FC236}">
                <a16:creationId xmlns:a16="http://schemas.microsoft.com/office/drawing/2014/main" id="{C40CAD7F-80C7-2335-FCB6-C86DCE3BF3A5}"/>
              </a:ext>
            </a:extLst>
          </p:cNvPr>
          <p:cNvPicPr>
            <a:picLocks noChangeAspect="1"/>
          </p:cNvPicPr>
          <p:nvPr/>
        </p:nvPicPr>
        <p:blipFill>
          <a:blip r:embed="rId2"/>
          <a:stretch>
            <a:fillRect/>
          </a:stretch>
        </p:blipFill>
        <p:spPr>
          <a:xfrm>
            <a:off x="3478977" y="2069312"/>
            <a:ext cx="5234044" cy="872341"/>
          </a:xfrm>
          <a:prstGeom prst="rect">
            <a:avLst/>
          </a:prstGeom>
        </p:spPr>
      </p:pic>
    </p:spTree>
    <p:extLst>
      <p:ext uri="{BB962C8B-B14F-4D97-AF65-F5344CB8AC3E}">
        <p14:creationId xmlns:p14="http://schemas.microsoft.com/office/powerpoint/2010/main" val="115289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4DB87-A0DF-947E-C984-D8E66A32C6B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48F171-4BD1-DD5B-C103-0F4638F4732D}"/>
              </a:ext>
            </a:extLst>
          </p:cNvPr>
          <p:cNvSpPr>
            <a:spLocks noGrp="1"/>
          </p:cNvSpPr>
          <p:nvPr>
            <p:ph type="sldNum" sz="quarter" idx="12"/>
          </p:nvPr>
        </p:nvSpPr>
        <p:spPr/>
        <p:txBody>
          <a:bodyPr/>
          <a:lstStyle/>
          <a:p>
            <a:fld id="{8C2E478F-E849-4A8C-AF1F-CBCC78A7CBFA}" type="slidenum">
              <a:rPr lang="en-US" smtClean="0"/>
              <a:t>12</a:t>
            </a:fld>
            <a:endParaRPr lang="en-US" dirty="0"/>
          </a:p>
        </p:txBody>
      </p:sp>
      <p:sp>
        <p:nvSpPr>
          <p:cNvPr id="3" name="Title 2">
            <a:extLst>
              <a:ext uri="{FF2B5EF4-FFF2-40B4-BE49-F238E27FC236}">
                <a16:creationId xmlns:a16="http://schemas.microsoft.com/office/drawing/2014/main" id="{4FE6AF37-B71E-0244-CFB7-F4CC0D291CDB}"/>
              </a:ext>
            </a:extLst>
          </p:cNvPr>
          <p:cNvSpPr>
            <a:spLocks noGrp="1"/>
          </p:cNvSpPr>
          <p:nvPr>
            <p:ph type="title"/>
          </p:nvPr>
        </p:nvSpPr>
        <p:spPr/>
        <p:txBody>
          <a:bodyPr/>
          <a:lstStyle/>
          <a:p>
            <a:r>
              <a:rPr lang="en-VN" dirty="0"/>
              <a:t>Thanh ghi ADMUX</a:t>
            </a:r>
          </a:p>
        </p:txBody>
      </p:sp>
      <p:sp>
        <p:nvSpPr>
          <p:cNvPr id="4" name="Content Placeholder 3">
            <a:extLst>
              <a:ext uri="{FF2B5EF4-FFF2-40B4-BE49-F238E27FC236}">
                <a16:creationId xmlns:a16="http://schemas.microsoft.com/office/drawing/2014/main" id="{096328C8-DCE6-103F-6F92-39E3A7DBD4BF}"/>
              </a:ext>
            </a:extLst>
          </p:cNvPr>
          <p:cNvSpPr>
            <a:spLocks noGrp="1"/>
          </p:cNvSpPr>
          <p:nvPr>
            <p:ph idx="1"/>
          </p:nvPr>
        </p:nvSpPr>
        <p:spPr/>
        <p:txBody>
          <a:bodyPr/>
          <a:lstStyle/>
          <a:p>
            <a:pPr algn="just"/>
            <a:r>
              <a:rPr lang="en-VN" dirty="0"/>
              <a:t>Bit 7:6 – REFS1:0 (Reference Selection Bits): là 2 bit chọn nguồn điện tham chiếu cho ADC. Gồm 3 nguồn điện áp tham chiếu chính: Điện áp ngoài chân AREF, điện áp nội 2,56V và điện áp chân AVCC. Trong đó:</a:t>
            </a:r>
          </a:p>
          <a:p>
            <a:endParaRPr lang="en-VN" dirty="0"/>
          </a:p>
          <a:p>
            <a:endParaRPr lang="en-VN" dirty="0"/>
          </a:p>
          <a:p>
            <a:pPr lvl="1"/>
            <a:endParaRPr lang="en-VN" dirty="0"/>
          </a:p>
          <a:p>
            <a:pPr lvl="1" algn="just"/>
            <a:r>
              <a:rPr lang="en-VN" dirty="0"/>
              <a:t>00: Dùng nguồn ngoài từ AREF làm tham chiếu, nội không hoạt động. </a:t>
            </a:r>
          </a:p>
          <a:p>
            <a:pPr lvl="1" algn="just"/>
            <a:r>
              <a:rPr lang="en-VN" dirty="0"/>
              <a:t>01: Dùng nguồn AVCC làm tham chiếu, cần nối thêm tụ điện lọc nhiễu giữa chân AREF với GND.</a:t>
            </a:r>
          </a:p>
          <a:p>
            <a:pPr lvl="1" algn="just"/>
            <a:r>
              <a:rPr lang="en-VN" dirty="0"/>
              <a:t>10: Không dùng.</a:t>
            </a:r>
          </a:p>
          <a:p>
            <a:pPr lvl="1" algn="just"/>
            <a:r>
              <a:rPr lang="en-VN" dirty="0"/>
              <a:t>11: Dùng nguồn nội 2.56V, cần thêm tụ lọc nhiễu giữa chân AREF với GND.</a:t>
            </a:r>
          </a:p>
          <a:p>
            <a:endParaRPr lang="en-VN" dirty="0"/>
          </a:p>
        </p:txBody>
      </p:sp>
      <p:pic>
        <p:nvPicPr>
          <p:cNvPr id="10" name="Picture 9">
            <a:extLst>
              <a:ext uri="{FF2B5EF4-FFF2-40B4-BE49-F238E27FC236}">
                <a16:creationId xmlns:a16="http://schemas.microsoft.com/office/drawing/2014/main" id="{DDDC445D-6E5C-B346-DF22-C59058FD3195}"/>
              </a:ext>
            </a:extLst>
          </p:cNvPr>
          <p:cNvPicPr>
            <a:picLocks noChangeAspect="1"/>
          </p:cNvPicPr>
          <p:nvPr/>
        </p:nvPicPr>
        <p:blipFill>
          <a:blip r:embed="rId2"/>
          <a:stretch>
            <a:fillRect/>
          </a:stretch>
        </p:blipFill>
        <p:spPr>
          <a:xfrm>
            <a:off x="2992612" y="2713205"/>
            <a:ext cx="6381490" cy="1431589"/>
          </a:xfrm>
          <a:prstGeom prst="rect">
            <a:avLst/>
          </a:prstGeom>
        </p:spPr>
      </p:pic>
    </p:spTree>
    <p:extLst>
      <p:ext uri="{BB962C8B-B14F-4D97-AF65-F5344CB8AC3E}">
        <p14:creationId xmlns:p14="http://schemas.microsoft.com/office/powerpoint/2010/main" val="2698503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6EA44-CF25-F79B-C01F-40D45A60247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A6AC6A-5E25-EE0C-75F8-54BA898B124F}"/>
              </a:ext>
            </a:extLst>
          </p:cNvPr>
          <p:cNvSpPr>
            <a:spLocks noGrp="1"/>
          </p:cNvSpPr>
          <p:nvPr>
            <p:ph type="sldNum" sz="quarter" idx="12"/>
          </p:nvPr>
        </p:nvSpPr>
        <p:spPr/>
        <p:txBody>
          <a:bodyPr/>
          <a:lstStyle/>
          <a:p>
            <a:fld id="{8C2E478F-E849-4A8C-AF1F-CBCC78A7CBFA}" type="slidenum">
              <a:rPr lang="en-US" smtClean="0"/>
              <a:t>13</a:t>
            </a:fld>
            <a:endParaRPr lang="en-US" dirty="0"/>
          </a:p>
        </p:txBody>
      </p:sp>
      <p:sp>
        <p:nvSpPr>
          <p:cNvPr id="3" name="Title 2">
            <a:extLst>
              <a:ext uri="{FF2B5EF4-FFF2-40B4-BE49-F238E27FC236}">
                <a16:creationId xmlns:a16="http://schemas.microsoft.com/office/drawing/2014/main" id="{C892655F-57A2-FF0C-482B-899792A44BD1}"/>
              </a:ext>
            </a:extLst>
          </p:cNvPr>
          <p:cNvSpPr>
            <a:spLocks noGrp="1"/>
          </p:cNvSpPr>
          <p:nvPr>
            <p:ph type="title"/>
          </p:nvPr>
        </p:nvSpPr>
        <p:spPr/>
        <p:txBody>
          <a:bodyPr/>
          <a:lstStyle/>
          <a:p>
            <a:r>
              <a:rPr lang="en-VN" dirty="0"/>
              <a:t>Thanh ghi ADMUX</a:t>
            </a:r>
          </a:p>
        </p:txBody>
      </p:sp>
      <p:sp>
        <p:nvSpPr>
          <p:cNvPr id="4" name="Content Placeholder 3">
            <a:extLst>
              <a:ext uri="{FF2B5EF4-FFF2-40B4-BE49-F238E27FC236}">
                <a16:creationId xmlns:a16="http://schemas.microsoft.com/office/drawing/2014/main" id="{C669F3A4-9C5B-0EB7-91C6-00BCBB485852}"/>
              </a:ext>
            </a:extLst>
          </p:cNvPr>
          <p:cNvSpPr>
            <a:spLocks noGrp="1"/>
          </p:cNvSpPr>
          <p:nvPr>
            <p:ph idx="1"/>
          </p:nvPr>
        </p:nvSpPr>
        <p:spPr/>
        <p:txBody>
          <a:bodyPr/>
          <a:lstStyle/>
          <a:p>
            <a:r>
              <a:rPr lang="en-VN" dirty="0"/>
              <a:t>Bit 5 – ADLAR (ADC Left Adjust Result): Bit chọn cách sắp xếp 10 bit kết quả trên 2 thanh ghi ADCL &amp; ADCH. </a:t>
            </a:r>
          </a:p>
          <a:p>
            <a:endParaRPr lang="en-VN" dirty="0"/>
          </a:p>
          <a:p>
            <a:endParaRPr lang="en-VN" dirty="0"/>
          </a:p>
          <a:p>
            <a:endParaRPr lang="en-VN" dirty="0"/>
          </a:p>
          <a:p>
            <a:pPr lvl="1"/>
            <a:r>
              <a:rPr lang="en-VN" dirty="0"/>
              <a:t>Thay đổi bit ADLAR sẽ tác động lập tức tới thanh ghi dữ liệu ADC, bất kể quá trình chuyển đổi diễn ra như thế nào.</a:t>
            </a:r>
          </a:p>
        </p:txBody>
      </p:sp>
      <p:pic>
        <p:nvPicPr>
          <p:cNvPr id="7" name="Picture 6">
            <a:extLst>
              <a:ext uri="{FF2B5EF4-FFF2-40B4-BE49-F238E27FC236}">
                <a16:creationId xmlns:a16="http://schemas.microsoft.com/office/drawing/2014/main" id="{E9BE3537-A68F-4864-FEFE-ED2DA805DA4F}"/>
              </a:ext>
            </a:extLst>
          </p:cNvPr>
          <p:cNvPicPr>
            <a:picLocks noChangeAspect="1"/>
          </p:cNvPicPr>
          <p:nvPr/>
        </p:nvPicPr>
        <p:blipFill>
          <a:blip r:embed="rId2"/>
          <a:stretch>
            <a:fillRect/>
          </a:stretch>
        </p:blipFill>
        <p:spPr>
          <a:xfrm>
            <a:off x="1423735" y="2322809"/>
            <a:ext cx="4137829" cy="1044053"/>
          </a:xfrm>
          <a:prstGeom prst="rect">
            <a:avLst/>
          </a:prstGeom>
          <a:ln w="9525">
            <a:solidFill>
              <a:schemeClr val="tx1"/>
            </a:solidFill>
          </a:ln>
        </p:spPr>
      </p:pic>
      <p:pic>
        <p:nvPicPr>
          <p:cNvPr id="10" name="Picture 9">
            <a:extLst>
              <a:ext uri="{FF2B5EF4-FFF2-40B4-BE49-F238E27FC236}">
                <a16:creationId xmlns:a16="http://schemas.microsoft.com/office/drawing/2014/main" id="{E88E335F-1EB8-3E65-20C7-0CB98D4D12EC}"/>
              </a:ext>
            </a:extLst>
          </p:cNvPr>
          <p:cNvPicPr>
            <a:picLocks noChangeAspect="1"/>
          </p:cNvPicPr>
          <p:nvPr/>
        </p:nvPicPr>
        <p:blipFill>
          <a:blip r:embed="rId3"/>
          <a:stretch>
            <a:fillRect/>
          </a:stretch>
        </p:blipFill>
        <p:spPr>
          <a:xfrm>
            <a:off x="6585893" y="2322809"/>
            <a:ext cx="4137829" cy="1061375"/>
          </a:xfrm>
          <a:prstGeom prst="rect">
            <a:avLst/>
          </a:prstGeom>
          <a:ln>
            <a:solidFill>
              <a:schemeClr val="tx1"/>
            </a:solidFill>
          </a:ln>
        </p:spPr>
      </p:pic>
      <p:sp>
        <p:nvSpPr>
          <p:cNvPr id="11" name="TextBox 10">
            <a:extLst>
              <a:ext uri="{FF2B5EF4-FFF2-40B4-BE49-F238E27FC236}">
                <a16:creationId xmlns:a16="http://schemas.microsoft.com/office/drawing/2014/main" id="{7F2DA0CF-672F-A57E-F5EB-36432ADC814C}"/>
              </a:ext>
            </a:extLst>
          </p:cNvPr>
          <p:cNvSpPr txBox="1"/>
          <p:nvPr/>
        </p:nvSpPr>
        <p:spPr>
          <a:xfrm>
            <a:off x="1423735" y="3429000"/>
            <a:ext cx="4137829" cy="369332"/>
          </a:xfrm>
          <a:prstGeom prst="rect">
            <a:avLst/>
          </a:prstGeom>
          <a:noFill/>
        </p:spPr>
        <p:txBody>
          <a:bodyPr wrap="square" rtlCol="0">
            <a:spAutoFit/>
          </a:bodyPr>
          <a:lstStyle/>
          <a:p>
            <a:pPr algn="ctr"/>
            <a:r>
              <a:rPr lang="en-VN" dirty="0"/>
              <a:t>ADLAR = 0</a:t>
            </a:r>
          </a:p>
        </p:txBody>
      </p:sp>
      <p:sp>
        <p:nvSpPr>
          <p:cNvPr id="12" name="TextBox 11">
            <a:extLst>
              <a:ext uri="{FF2B5EF4-FFF2-40B4-BE49-F238E27FC236}">
                <a16:creationId xmlns:a16="http://schemas.microsoft.com/office/drawing/2014/main" id="{85477FFA-9E56-FBC6-A885-5DA8401477CE}"/>
              </a:ext>
            </a:extLst>
          </p:cNvPr>
          <p:cNvSpPr txBox="1"/>
          <p:nvPr/>
        </p:nvSpPr>
        <p:spPr>
          <a:xfrm>
            <a:off x="6585892" y="3429000"/>
            <a:ext cx="4137829" cy="369332"/>
          </a:xfrm>
          <a:prstGeom prst="rect">
            <a:avLst/>
          </a:prstGeom>
          <a:noFill/>
        </p:spPr>
        <p:txBody>
          <a:bodyPr wrap="square" rtlCol="0">
            <a:spAutoFit/>
          </a:bodyPr>
          <a:lstStyle/>
          <a:p>
            <a:pPr algn="ctr"/>
            <a:r>
              <a:rPr lang="en-VN" dirty="0"/>
              <a:t>ADLAR = 1</a:t>
            </a:r>
          </a:p>
        </p:txBody>
      </p:sp>
    </p:spTree>
    <p:extLst>
      <p:ext uri="{BB962C8B-B14F-4D97-AF65-F5344CB8AC3E}">
        <p14:creationId xmlns:p14="http://schemas.microsoft.com/office/powerpoint/2010/main" val="3892953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BB13D-2F98-174C-058F-67FE149C81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C658CE-9083-6EBF-06A2-1F8E3D82F823}"/>
              </a:ext>
            </a:extLst>
          </p:cNvPr>
          <p:cNvSpPr>
            <a:spLocks noGrp="1"/>
          </p:cNvSpPr>
          <p:nvPr>
            <p:ph type="sldNum" sz="quarter" idx="12"/>
          </p:nvPr>
        </p:nvSpPr>
        <p:spPr/>
        <p:txBody>
          <a:bodyPr/>
          <a:lstStyle/>
          <a:p>
            <a:fld id="{8C2E478F-E849-4A8C-AF1F-CBCC78A7CBFA}" type="slidenum">
              <a:rPr lang="en-US" smtClean="0"/>
              <a:t>14</a:t>
            </a:fld>
            <a:endParaRPr lang="en-US" dirty="0"/>
          </a:p>
        </p:txBody>
      </p:sp>
      <p:sp>
        <p:nvSpPr>
          <p:cNvPr id="3" name="Title 2">
            <a:extLst>
              <a:ext uri="{FF2B5EF4-FFF2-40B4-BE49-F238E27FC236}">
                <a16:creationId xmlns:a16="http://schemas.microsoft.com/office/drawing/2014/main" id="{135F5A19-516B-279D-3A73-F31957D9E249}"/>
              </a:ext>
            </a:extLst>
          </p:cNvPr>
          <p:cNvSpPr>
            <a:spLocks noGrp="1"/>
          </p:cNvSpPr>
          <p:nvPr>
            <p:ph type="title"/>
          </p:nvPr>
        </p:nvSpPr>
        <p:spPr/>
        <p:txBody>
          <a:bodyPr/>
          <a:lstStyle/>
          <a:p>
            <a:r>
              <a:rPr lang="en-VN" dirty="0"/>
              <a:t>Thanh ghi ADMUX</a:t>
            </a:r>
          </a:p>
        </p:txBody>
      </p:sp>
      <p:sp>
        <p:nvSpPr>
          <p:cNvPr id="4" name="Content Placeholder 3">
            <a:extLst>
              <a:ext uri="{FF2B5EF4-FFF2-40B4-BE49-F238E27FC236}">
                <a16:creationId xmlns:a16="http://schemas.microsoft.com/office/drawing/2014/main" id="{FEC90E23-0ECC-6D20-DD57-9B06F3D03790}"/>
              </a:ext>
            </a:extLst>
          </p:cNvPr>
          <p:cNvSpPr>
            <a:spLocks noGrp="1"/>
          </p:cNvSpPr>
          <p:nvPr>
            <p:ph idx="1"/>
          </p:nvPr>
        </p:nvSpPr>
        <p:spPr/>
        <p:txBody>
          <a:bodyPr/>
          <a:lstStyle/>
          <a:p>
            <a:r>
              <a:rPr lang="en-VN" dirty="0"/>
              <a:t>Bit 4:0 – MUX4:0 (Analog Channel and Gain Selction Bits): 5 bit chọn kênh, chế độ và hệ số khuyếch đại cho ADC. </a:t>
            </a:r>
          </a:p>
          <a:p>
            <a:endParaRPr lang="en-VN" dirty="0"/>
          </a:p>
        </p:txBody>
      </p:sp>
      <p:pic>
        <p:nvPicPr>
          <p:cNvPr id="6" name="Picture 5">
            <a:extLst>
              <a:ext uri="{FF2B5EF4-FFF2-40B4-BE49-F238E27FC236}">
                <a16:creationId xmlns:a16="http://schemas.microsoft.com/office/drawing/2014/main" id="{FA04E25D-F335-CA2A-F4C3-CE98AEFD20CE}"/>
              </a:ext>
            </a:extLst>
          </p:cNvPr>
          <p:cNvPicPr>
            <a:picLocks noChangeAspect="1"/>
          </p:cNvPicPr>
          <p:nvPr/>
        </p:nvPicPr>
        <p:blipFill>
          <a:blip r:embed="rId2"/>
          <a:stretch>
            <a:fillRect/>
          </a:stretch>
        </p:blipFill>
        <p:spPr>
          <a:xfrm>
            <a:off x="4714960" y="2307731"/>
            <a:ext cx="2762079" cy="3696937"/>
          </a:xfrm>
          <a:prstGeom prst="rect">
            <a:avLst/>
          </a:prstGeom>
        </p:spPr>
      </p:pic>
      <p:pic>
        <p:nvPicPr>
          <p:cNvPr id="9" name="Picture 8">
            <a:extLst>
              <a:ext uri="{FF2B5EF4-FFF2-40B4-BE49-F238E27FC236}">
                <a16:creationId xmlns:a16="http://schemas.microsoft.com/office/drawing/2014/main" id="{03158756-7CDA-1423-A524-2FAC3936F80D}"/>
              </a:ext>
            </a:extLst>
          </p:cNvPr>
          <p:cNvPicPr>
            <a:picLocks noChangeAspect="1"/>
          </p:cNvPicPr>
          <p:nvPr/>
        </p:nvPicPr>
        <p:blipFill>
          <a:blip r:embed="rId3"/>
          <a:stretch>
            <a:fillRect/>
          </a:stretch>
        </p:blipFill>
        <p:spPr>
          <a:xfrm>
            <a:off x="4714959" y="6004668"/>
            <a:ext cx="2762079" cy="380976"/>
          </a:xfrm>
          <a:prstGeom prst="rect">
            <a:avLst/>
          </a:prstGeom>
        </p:spPr>
      </p:pic>
      <p:sp>
        <p:nvSpPr>
          <p:cNvPr id="20" name="Right Brace 19">
            <a:extLst>
              <a:ext uri="{FF2B5EF4-FFF2-40B4-BE49-F238E27FC236}">
                <a16:creationId xmlns:a16="http://schemas.microsoft.com/office/drawing/2014/main" id="{CB930C63-0C65-4447-55D4-738F11E451A9}"/>
              </a:ext>
            </a:extLst>
          </p:cNvPr>
          <p:cNvSpPr/>
          <p:nvPr/>
        </p:nvSpPr>
        <p:spPr>
          <a:xfrm>
            <a:off x="7477038" y="3479178"/>
            <a:ext cx="623470" cy="2641923"/>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p:sp>
        <p:nvSpPr>
          <p:cNvPr id="21" name="TextBox 20">
            <a:extLst>
              <a:ext uri="{FF2B5EF4-FFF2-40B4-BE49-F238E27FC236}">
                <a16:creationId xmlns:a16="http://schemas.microsoft.com/office/drawing/2014/main" id="{96F391D6-6B1B-4251-D9CB-136B0F9E55F1}"/>
              </a:ext>
            </a:extLst>
          </p:cNvPr>
          <p:cNvSpPr txBox="1"/>
          <p:nvPr/>
        </p:nvSpPr>
        <p:spPr>
          <a:xfrm>
            <a:off x="8076364" y="2676185"/>
            <a:ext cx="3647545" cy="646331"/>
          </a:xfrm>
          <a:prstGeom prst="rect">
            <a:avLst/>
          </a:prstGeom>
          <a:noFill/>
          <a:ln w="38100">
            <a:solidFill>
              <a:schemeClr val="tx1"/>
            </a:solidFill>
          </a:ln>
        </p:spPr>
        <p:txBody>
          <a:bodyPr wrap="square" rtlCol="0">
            <a:spAutoFit/>
          </a:bodyPr>
          <a:lstStyle/>
          <a:p>
            <a:pPr algn="ctr"/>
            <a:r>
              <a:rPr lang="en-VN" dirty="0">
                <a:latin typeface="Arial" panose="020B0604020202020204" pitchFamily="34" charset="0"/>
                <a:cs typeface="Arial" panose="020B0604020202020204" pitchFamily="34" charset="0"/>
              </a:rPr>
              <a:t>Chế độ đơn kênh </a:t>
            </a:r>
          </a:p>
          <a:p>
            <a:pPr algn="ctr"/>
            <a:r>
              <a:rPr lang="en-VN" dirty="0">
                <a:latin typeface="Arial" panose="020B0604020202020204" pitchFamily="34" charset="0"/>
                <a:cs typeface="Arial" panose="020B0604020202020204" pitchFamily="34" charset="0"/>
              </a:rPr>
              <a:t>(Single Channels)</a:t>
            </a:r>
          </a:p>
        </p:txBody>
      </p:sp>
      <p:sp>
        <p:nvSpPr>
          <p:cNvPr id="22" name="TextBox 21">
            <a:extLst>
              <a:ext uri="{FF2B5EF4-FFF2-40B4-BE49-F238E27FC236}">
                <a16:creationId xmlns:a16="http://schemas.microsoft.com/office/drawing/2014/main" id="{A73BC092-8425-466E-4C52-66E28576A048}"/>
              </a:ext>
            </a:extLst>
          </p:cNvPr>
          <p:cNvSpPr txBox="1"/>
          <p:nvPr/>
        </p:nvSpPr>
        <p:spPr>
          <a:xfrm>
            <a:off x="8100508" y="4199974"/>
            <a:ext cx="3647544" cy="1200329"/>
          </a:xfrm>
          <a:prstGeom prst="rect">
            <a:avLst/>
          </a:prstGeom>
          <a:noFill/>
          <a:ln w="38100">
            <a:solidFill>
              <a:schemeClr val="tx1"/>
            </a:solidFill>
          </a:ln>
        </p:spPr>
        <p:txBody>
          <a:bodyPr wrap="square" rtlCol="0">
            <a:spAutoFit/>
          </a:bodyPr>
          <a:lstStyle/>
          <a:p>
            <a:pPr algn="ctr"/>
            <a:r>
              <a:rPr lang="en-VN" dirty="0">
                <a:latin typeface="Arial" panose="020B0604020202020204" pitchFamily="34" charset="0"/>
                <a:cs typeface="Arial" panose="020B0604020202020204" pitchFamily="34" charset="0"/>
              </a:rPr>
              <a:t>Chế độ vi sai </a:t>
            </a:r>
          </a:p>
          <a:p>
            <a:pPr algn="ctr"/>
            <a:r>
              <a:rPr lang="en-VN" dirty="0">
                <a:latin typeface="Arial" panose="020B0604020202020204" pitchFamily="34" charset="0"/>
                <a:cs typeface="Arial" panose="020B0604020202020204" pitchFamily="34" charset="0"/>
              </a:rPr>
              <a:t>(Differencial Channels)</a:t>
            </a:r>
          </a:p>
          <a:p>
            <a:pPr algn="ctr"/>
            <a:r>
              <a:rPr lang="en-VN" dirty="0">
                <a:latin typeface="Arial" panose="020B0604020202020204" pitchFamily="34" charset="0"/>
                <a:cs typeface="Arial" panose="020B0604020202020204" pitchFamily="34" charset="0"/>
              </a:rPr>
              <a:t>&amp;</a:t>
            </a:r>
          </a:p>
          <a:p>
            <a:pPr algn="ctr"/>
            <a:r>
              <a:rPr lang="en-VN" dirty="0">
                <a:latin typeface="Arial" panose="020B0604020202020204" pitchFamily="34" charset="0"/>
                <a:cs typeface="Arial" panose="020B0604020202020204" pitchFamily="34" charset="0"/>
              </a:rPr>
              <a:t>Hệ số khuyếch đại tương ứng</a:t>
            </a:r>
          </a:p>
        </p:txBody>
      </p:sp>
      <p:sp>
        <p:nvSpPr>
          <p:cNvPr id="23" name="Right Brace 22">
            <a:extLst>
              <a:ext uri="{FF2B5EF4-FFF2-40B4-BE49-F238E27FC236}">
                <a16:creationId xmlns:a16="http://schemas.microsoft.com/office/drawing/2014/main" id="{DCEE5CEB-BA05-FFB5-4817-08322BB2821A}"/>
              </a:ext>
            </a:extLst>
          </p:cNvPr>
          <p:cNvSpPr/>
          <p:nvPr/>
        </p:nvSpPr>
        <p:spPr>
          <a:xfrm>
            <a:off x="7477038" y="2519526"/>
            <a:ext cx="623470" cy="959651"/>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p:sp>
        <p:nvSpPr>
          <p:cNvPr id="25" name="Rounded Rectangle 24">
            <a:extLst>
              <a:ext uri="{FF2B5EF4-FFF2-40B4-BE49-F238E27FC236}">
                <a16:creationId xmlns:a16="http://schemas.microsoft.com/office/drawing/2014/main" id="{035F5F36-16B9-5706-0002-3E9DE356E16D}"/>
              </a:ext>
            </a:extLst>
          </p:cNvPr>
          <p:cNvSpPr/>
          <p:nvPr/>
        </p:nvSpPr>
        <p:spPr>
          <a:xfrm>
            <a:off x="849854" y="2893807"/>
            <a:ext cx="3646842" cy="27647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VN" dirty="0">
                <a:latin typeface="Arial" panose="020B0604020202020204" pitchFamily="34" charset="0"/>
                <a:cs typeface="Arial" panose="020B0604020202020204" pitchFamily="34" charset="0"/>
              </a:rPr>
              <a:t>Nếu các bit này bị thay đổi khi quá trình chuyển đổi ADC đang diễn ra thì thay đổi đó sẽ được thực thi sau khi quá trình chuyển đổi hoàn tất.</a:t>
            </a:r>
          </a:p>
          <a:p>
            <a:endParaRPr lang="en-VN" dirty="0">
              <a:latin typeface="Arial" panose="020B0604020202020204" pitchFamily="34" charset="0"/>
              <a:cs typeface="Arial" panose="020B0604020202020204" pitchFamily="34" charset="0"/>
            </a:endParaRPr>
          </a:p>
          <a:p>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9852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CF57C-B855-5FC9-4550-833FEF07FFD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D2DC92-F11F-8675-BDA9-E2B93162C959}"/>
              </a:ext>
            </a:extLst>
          </p:cNvPr>
          <p:cNvSpPr>
            <a:spLocks noGrp="1"/>
          </p:cNvSpPr>
          <p:nvPr>
            <p:ph type="sldNum" sz="quarter" idx="12"/>
          </p:nvPr>
        </p:nvSpPr>
        <p:spPr/>
        <p:txBody>
          <a:bodyPr/>
          <a:lstStyle/>
          <a:p>
            <a:fld id="{8C2E478F-E849-4A8C-AF1F-CBCC78A7CBFA}" type="slidenum">
              <a:rPr lang="en-US" smtClean="0"/>
              <a:t>15</a:t>
            </a:fld>
            <a:endParaRPr lang="en-US" dirty="0"/>
          </a:p>
        </p:txBody>
      </p:sp>
      <p:sp>
        <p:nvSpPr>
          <p:cNvPr id="3" name="Title 2">
            <a:extLst>
              <a:ext uri="{FF2B5EF4-FFF2-40B4-BE49-F238E27FC236}">
                <a16:creationId xmlns:a16="http://schemas.microsoft.com/office/drawing/2014/main" id="{8A90573E-88FB-300F-2323-7EF3E5EC9D8A}"/>
              </a:ext>
            </a:extLst>
          </p:cNvPr>
          <p:cNvSpPr>
            <a:spLocks noGrp="1"/>
          </p:cNvSpPr>
          <p:nvPr>
            <p:ph type="title"/>
          </p:nvPr>
        </p:nvSpPr>
        <p:spPr/>
        <p:txBody>
          <a:bodyPr/>
          <a:lstStyle/>
          <a:p>
            <a:r>
              <a:rPr lang="en-VN" dirty="0"/>
              <a:t>Thanh ghi ADSRA</a:t>
            </a:r>
          </a:p>
        </p:txBody>
      </p:sp>
      <p:sp>
        <p:nvSpPr>
          <p:cNvPr id="4" name="Content Placeholder 3">
            <a:extLst>
              <a:ext uri="{FF2B5EF4-FFF2-40B4-BE49-F238E27FC236}">
                <a16:creationId xmlns:a16="http://schemas.microsoft.com/office/drawing/2014/main" id="{355D7F20-EEC2-048A-E20F-D726AA4679DD}"/>
              </a:ext>
            </a:extLst>
          </p:cNvPr>
          <p:cNvSpPr>
            <a:spLocks noGrp="1"/>
          </p:cNvSpPr>
          <p:nvPr>
            <p:ph idx="1"/>
          </p:nvPr>
        </p:nvSpPr>
        <p:spPr/>
        <p:txBody>
          <a:bodyPr/>
          <a:lstStyle/>
          <a:p>
            <a:r>
              <a:rPr lang="en-VN" dirty="0"/>
              <a:t>Thanh ghi ADSRA (ADC Control and Status Register A): Thanh ghi chính điều khiển hoạt động và chứa trạng thái của ADC.</a:t>
            </a:r>
          </a:p>
          <a:p>
            <a:endParaRPr lang="en-VN" dirty="0"/>
          </a:p>
          <a:p>
            <a:r>
              <a:rPr lang="en-VN" dirty="0"/>
              <a:t>Trong đó:</a:t>
            </a:r>
          </a:p>
          <a:p>
            <a:pPr lvl="1"/>
            <a:r>
              <a:rPr lang="en-VN" dirty="0"/>
              <a:t>Bit 7 – ADEN (ADC Enable): bit cho phép ADC hoạt động.</a:t>
            </a:r>
          </a:p>
          <a:p>
            <a:pPr lvl="1"/>
            <a:r>
              <a:rPr lang="en-VN" dirty="0"/>
              <a:t>Bit 6 – ADSC (ADC Start Conversion): bit bắt đầu thực hiện chuyển đổi ADC.</a:t>
            </a:r>
          </a:p>
          <a:p>
            <a:pPr lvl="1"/>
            <a:r>
              <a:rPr lang="en-VN" dirty="0"/>
              <a:t>B</a:t>
            </a:r>
            <a:r>
              <a:rPr lang="en-US" dirty="0" err="1"/>
              <a:t>i</a:t>
            </a:r>
            <a:r>
              <a:rPr lang="en-VN" dirty="0"/>
              <a:t>t 5 – ADATE (ADC Auto Trigger Enable): bit cho phép Auto Trigger hoạt động.</a:t>
            </a:r>
          </a:p>
          <a:p>
            <a:pPr lvl="1"/>
            <a:r>
              <a:rPr lang="en-VN" dirty="0"/>
              <a:t>Bit 4 – ADIF (ADC Interrupt Flag): bit tự động bật sau khi ADC kết thúc chuyển đổi.</a:t>
            </a:r>
          </a:p>
          <a:p>
            <a:pPr lvl="1"/>
            <a:r>
              <a:rPr lang="en-VN" dirty="0"/>
              <a:t>Bit 3 – ADIE (ADC Interrupt Enable): thực thi “ADC Conversion Complete Interrput” khi bật cùng I-bit (SREG).</a:t>
            </a:r>
          </a:p>
          <a:p>
            <a:pPr lvl="1"/>
            <a:r>
              <a:rPr lang="en-VN" dirty="0"/>
              <a:t>B</a:t>
            </a:r>
            <a:r>
              <a:rPr lang="en-US" dirty="0" err="1"/>
              <a:t>i</a:t>
            </a:r>
            <a:r>
              <a:rPr lang="en-VN" dirty="0"/>
              <a:t>ts 2:0 – ADPS (ADC Prescaler Select Bits): 3 bits xác định hệ số chia tần số giữa f</a:t>
            </a:r>
            <a:r>
              <a:rPr lang="en-VN" baseline="-25000" dirty="0"/>
              <a:t>XTAL</a:t>
            </a:r>
            <a:r>
              <a:rPr lang="en-VN" dirty="0"/>
              <a:t> và ADC input clock.</a:t>
            </a:r>
          </a:p>
          <a:p>
            <a:pPr lvl="1"/>
            <a:endParaRPr lang="en-VN" dirty="0"/>
          </a:p>
        </p:txBody>
      </p:sp>
      <p:pic>
        <p:nvPicPr>
          <p:cNvPr id="5" name="Picture 4">
            <a:extLst>
              <a:ext uri="{FF2B5EF4-FFF2-40B4-BE49-F238E27FC236}">
                <a16:creationId xmlns:a16="http://schemas.microsoft.com/office/drawing/2014/main" id="{BD4F1879-BE91-B366-F28C-902751386D9F}"/>
              </a:ext>
            </a:extLst>
          </p:cNvPr>
          <p:cNvPicPr>
            <a:picLocks noChangeAspect="1"/>
          </p:cNvPicPr>
          <p:nvPr/>
        </p:nvPicPr>
        <p:blipFill>
          <a:blip r:embed="rId2"/>
          <a:stretch>
            <a:fillRect/>
          </a:stretch>
        </p:blipFill>
        <p:spPr>
          <a:xfrm>
            <a:off x="3478977" y="2069312"/>
            <a:ext cx="5234044" cy="872341"/>
          </a:xfrm>
          <a:prstGeom prst="rect">
            <a:avLst/>
          </a:prstGeom>
        </p:spPr>
      </p:pic>
      <p:pic>
        <p:nvPicPr>
          <p:cNvPr id="9" name="Picture 8">
            <a:extLst>
              <a:ext uri="{FF2B5EF4-FFF2-40B4-BE49-F238E27FC236}">
                <a16:creationId xmlns:a16="http://schemas.microsoft.com/office/drawing/2014/main" id="{D87B4A15-810D-C1E3-8C82-1C0876F32A0D}"/>
              </a:ext>
            </a:extLst>
          </p:cNvPr>
          <p:cNvPicPr>
            <a:picLocks noChangeAspect="1"/>
          </p:cNvPicPr>
          <p:nvPr/>
        </p:nvPicPr>
        <p:blipFill>
          <a:blip r:embed="rId3"/>
          <a:stretch>
            <a:fillRect/>
          </a:stretch>
        </p:blipFill>
        <p:spPr>
          <a:xfrm>
            <a:off x="3478977" y="2069311"/>
            <a:ext cx="5234044" cy="802299"/>
          </a:xfrm>
          <a:prstGeom prst="rect">
            <a:avLst/>
          </a:prstGeom>
        </p:spPr>
      </p:pic>
    </p:spTree>
    <p:extLst>
      <p:ext uri="{BB962C8B-B14F-4D97-AF65-F5344CB8AC3E}">
        <p14:creationId xmlns:p14="http://schemas.microsoft.com/office/powerpoint/2010/main" val="559797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543EF-2497-97BB-12A9-81AD70FF76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0DE3E6-A1C7-EC73-1570-59547EAC18CF}"/>
              </a:ext>
            </a:extLst>
          </p:cNvPr>
          <p:cNvSpPr>
            <a:spLocks noGrp="1"/>
          </p:cNvSpPr>
          <p:nvPr>
            <p:ph type="sldNum" sz="quarter" idx="12"/>
          </p:nvPr>
        </p:nvSpPr>
        <p:spPr/>
        <p:txBody>
          <a:bodyPr/>
          <a:lstStyle/>
          <a:p>
            <a:fld id="{8C2E478F-E849-4A8C-AF1F-CBCC78A7CBFA}" type="slidenum">
              <a:rPr lang="en-US" smtClean="0"/>
              <a:t>16</a:t>
            </a:fld>
            <a:endParaRPr lang="en-US" dirty="0"/>
          </a:p>
        </p:txBody>
      </p:sp>
      <p:sp>
        <p:nvSpPr>
          <p:cNvPr id="3" name="Title 2">
            <a:extLst>
              <a:ext uri="{FF2B5EF4-FFF2-40B4-BE49-F238E27FC236}">
                <a16:creationId xmlns:a16="http://schemas.microsoft.com/office/drawing/2014/main" id="{131CE295-BF2F-1408-53A8-A366C1294414}"/>
              </a:ext>
            </a:extLst>
          </p:cNvPr>
          <p:cNvSpPr>
            <a:spLocks noGrp="1"/>
          </p:cNvSpPr>
          <p:nvPr>
            <p:ph type="title"/>
          </p:nvPr>
        </p:nvSpPr>
        <p:spPr/>
        <p:txBody>
          <a:bodyPr/>
          <a:lstStyle/>
          <a:p>
            <a:r>
              <a:rPr lang="en-VN" dirty="0"/>
              <a:t>Thanh ghi ADSRA</a:t>
            </a:r>
          </a:p>
        </p:txBody>
      </p:sp>
      <p:sp>
        <p:nvSpPr>
          <p:cNvPr id="4" name="Content Placeholder 3">
            <a:extLst>
              <a:ext uri="{FF2B5EF4-FFF2-40B4-BE49-F238E27FC236}">
                <a16:creationId xmlns:a16="http://schemas.microsoft.com/office/drawing/2014/main" id="{BF65998B-7868-F039-CC30-BCF85952D3CC}"/>
              </a:ext>
            </a:extLst>
          </p:cNvPr>
          <p:cNvSpPr>
            <a:spLocks noGrp="1"/>
          </p:cNvSpPr>
          <p:nvPr>
            <p:ph idx="1"/>
          </p:nvPr>
        </p:nvSpPr>
        <p:spPr/>
        <p:txBody>
          <a:bodyPr/>
          <a:lstStyle/>
          <a:p>
            <a:r>
              <a:rPr lang="en-VN" dirty="0"/>
              <a:t>Bit 7 – ADEN (ADC Enable): bit cho phép ADC hoạt động. Ghi giá trị 1 vào bit này ADC sẽ hoạt động và ngược lại. Nếu tắt ADC trong khi 1 chuyển đổi đang diễn ra thì quá trình chuyển đổi buộc dừng lập tức. </a:t>
            </a:r>
          </a:p>
          <a:p>
            <a:pPr lvl="1"/>
            <a:r>
              <a:rPr lang="en-VN" dirty="0"/>
              <a:t>Khi bật, ADC chưa thực hiện quá trình chuyển đổi ngay mà cần 1 bit khác trên thanh ghi ADSRA để bắt đầu, bit ADSC.</a:t>
            </a:r>
          </a:p>
        </p:txBody>
      </p:sp>
    </p:spTree>
    <p:extLst>
      <p:ext uri="{BB962C8B-B14F-4D97-AF65-F5344CB8AC3E}">
        <p14:creationId xmlns:p14="http://schemas.microsoft.com/office/powerpoint/2010/main" val="952519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D864D-1E96-A681-2A43-C0437C701E1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5F606F-BC5B-82FA-6F91-455880E94817}"/>
              </a:ext>
            </a:extLst>
          </p:cNvPr>
          <p:cNvSpPr>
            <a:spLocks noGrp="1"/>
          </p:cNvSpPr>
          <p:nvPr>
            <p:ph type="sldNum" sz="quarter" idx="12"/>
          </p:nvPr>
        </p:nvSpPr>
        <p:spPr/>
        <p:txBody>
          <a:bodyPr/>
          <a:lstStyle/>
          <a:p>
            <a:fld id="{8C2E478F-E849-4A8C-AF1F-CBCC78A7CBFA}" type="slidenum">
              <a:rPr lang="en-US" smtClean="0"/>
              <a:t>17</a:t>
            </a:fld>
            <a:endParaRPr lang="en-US" dirty="0"/>
          </a:p>
        </p:txBody>
      </p:sp>
      <p:sp>
        <p:nvSpPr>
          <p:cNvPr id="3" name="Title 2">
            <a:extLst>
              <a:ext uri="{FF2B5EF4-FFF2-40B4-BE49-F238E27FC236}">
                <a16:creationId xmlns:a16="http://schemas.microsoft.com/office/drawing/2014/main" id="{81314A18-5129-9B78-084A-992BB0AA1892}"/>
              </a:ext>
            </a:extLst>
          </p:cNvPr>
          <p:cNvSpPr>
            <a:spLocks noGrp="1"/>
          </p:cNvSpPr>
          <p:nvPr>
            <p:ph type="title"/>
          </p:nvPr>
        </p:nvSpPr>
        <p:spPr/>
        <p:txBody>
          <a:bodyPr/>
          <a:lstStyle/>
          <a:p>
            <a:r>
              <a:rPr lang="en-VN" dirty="0"/>
              <a:t>Thanh ghi ADSRA</a:t>
            </a:r>
          </a:p>
        </p:txBody>
      </p:sp>
      <p:sp>
        <p:nvSpPr>
          <p:cNvPr id="4" name="Content Placeholder 3">
            <a:extLst>
              <a:ext uri="{FF2B5EF4-FFF2-40B4-BE49-F238E27FC236}">
                <a16:creationId xmlns:a16="http://schemas.microsoft.com/office/drawing/2014/main" id="{E5204E2B-1438-D75F-55E3-964C3CC64E1C}"/>
              </a:ext>
            </a:extLst>
          </p:cNvPr>
          <p:cNvSpPr>
            <a:spLocks noGrp="1"/>
          </p:cNvSpPr>
          <p:nvPr>
            <p:ph idx="1"/>
          </p:nvPr>
        </p:nvSpPr>
        <p:spPr/>
        <p:txBody>
          <a:bodyPr/>
          <a:lstStyle/>
          <a:p>
            <a:r>
              <a:rPr lang="en-VN" dirty="0"/>
              <a:t>Bit 6 – ADSC (ADC Start Conversion): Bit bắt đầu thực hiện chuyển đổi ADC. Trong quá trình chuyển đổi bit luôn giữ nguyên giá trị là 1, khi quá trình kết thúc thì tự động trả về 0.  Vì vậy, không gán bit này cho 0.</a:t>
            </a:r>
          </a:p>
        </p:txBody>
      </p:sp>
      <p:pic>
        <p:nvPicPr>
          <p:cNvPr id="6" name="Picture 5">
            <a:extLst>
              <a:ext uri="{FF2B5EF4-FFF2-40B4-BE49-F238E27FC236}">
                <a16:creationId xmlns:a16="http://schemas.microsoft.com/office/drawing/2014/main" id="{D513906E-9B6B-3AA3-4EC2-BC4D33964BA9}"/>
              </a:ext>
            </a:extLst>
          </p:cNvPr>
          <p:cNvPicPr>
            <a:picLocks noChangeAspect="1"/>
          </p:cNvPicPr>
          <p:nvPr/>
        </p:nvPicPr>
        <p:blipFill>
          <a:blip r:embed="rId2"/>
          <a:srcRect/>
          <a:stretch/>
        </p:blipFill>
        <p:spPr>
          <a:xfrm>
            <a:off x="5738303" y="2894625"/>
            <a:ext cx="5937338" cy="2830343"/>
          </a:xfrm>
          <a:prstGeom prst="rect">
            <a:avLst/>
          </a:prstGeom>
        </p:spPr>
      </p:pic>
      <p:sp>
        <p:nvSpPr>
          <p:cNvPr id="7" name="Rounded Rectangle 6">
            <a:extLst>
              <a:ext uri="{FF2B5EF4-FFF2-40B4-BE49-F238E27FC236}">
                <a16:creationId xmlns:a16="http://schemas.microsoft.com/office/drawing/2014/main" id="{533458A2-0C39-64D1-BD99-4385764DBE84}"/>
              </a:ext>
            </a:extLst>
          </p:cNvPr>
          <p:cNvSpPr/>
          <p:nvPr/>
        </p:nvSpPr>
        <p:spPr>
          <a:xfrm>
            <a:off x="882127" y="2894625"/>
            <a:ext cx="4410635" cy="28303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ADSC gán bằng 1 thì quá trình chuyển đổi ADC thực thi, khi quá trình chuyển đổi kết thúc (Conversion Complete) ADSC tự động gán bằng 0.</a:t>
            </a:r>
          </a:p>
        </p:txBody>
      </p:sp>
    </p:spTree>
    <p:extLst>
      <p:ext uri="{BB962C8B-B14F-4D97-AF65-F5344CB8AC3E}">
        <p14:creationId xmlns:p14="http://schemas.microsoft.com/office/powerpoint/2010/main" val="672766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E60BB-5CDF-8F98-B71C-514B20417AC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8469BA-A07C-A29C-C5E2-58A9CA1335E2}"/>
              </a:ext>
            </a:extLst>
          </p:cNvPr>
          <p:cNvSpPr>
            <a:spLocks noGrp="1"/>
          </p:cNvSpPr>
          <p:nvPr>
            <p:ph type="sldNum" sz="quarter" idx="12"/>
          </p:nvPr>
        </p:nvSpPr>
        <p:spPr/>
        <p:txBody>
          <a:bodyPr/>
          <a:lstStyle/>
          <a:p>
            <a:fld id="{8C2E478F-E849-4A8C-AF1F-CBCC78A7CBFA}" type="slidenum">
              <a:rPr lang="en-US" smtClean="0"/>
              <a:t>18</a:t>
            </a:fld>
            <a:endParaRPr lang="en-US" dirty="0"/>
          </a:p>
        </p:txBody>
      </p:sp>
      <p:sp>
        <p:nvSpPr>
          <p:cNvPr id="3" name="Title 2">
            <a:extLst>
              <a:ext uri="{FF2B5EF4-FFF2-40B4-BE49-F238E27FC236}">
                <a16:creationId xmlns:a16="http://schemas.microsoft.com/office/drawing/2014/main" id="{EE8306EA-DD7C-0BF6-79AB-8D47F05F9DD8}"/>
              </a:ext>
            </a:extLst>
          </p:cNvPr>
          <p:cNvSpPr>
            <a:spLocks noGrp="1"/>
          </p:cNvSpPr>
          <p:nvPr>
            <p:ph type="title"/>
          </p:nvPr>
        </p:nvSpPr>
        <p:spPr/>
        <p:txBody>
          <a:bodyPr/>
          <a:lstStyle/>
          <a:p>
            <a:r>
              <a:rPr lang="en-VN" dirty="0"/>
              <a:t>Thanh ghi ADSRA</a:t>
            </a:r>
          </a:p>
        </p:txBody>
      </p:sp>
      <p:sp>
        <p:nvSpPr>
          <p:cNvPr id="4" name="Content Placeholder 3">
            <a:extLst>
              <a:ext uri="{FF2B5EF4-FFF2-40B4-BE49-F238E27FC236}">
                <a16:creationId xmlns:a16="http://schemas.microsoft.com/office/drawing/2014/main" id="{6A05D196-70AB-B338-B055-76C9255F46BC}"/>
              </a:ext>
            </a:extLst>
          </p:cNvPr>
          <p:cNvSpPr>
            <a:spLocks noGrp="1"/>
          </p:cNvSpPr>
          <p:nvPr>
            <p:ph idx="1"/>
          </p:nvPr>
        </p:nvSpPr>
        <p:spPr/>
        <p:txBody>
          <a:bodyPr/>
          <a:lstStyle/>
          <a:p>
            <a:r>
              <a:rPr lang="en-VN" dirty="0"/>
              <a:t>Bit 5 – ADATE (ADC Auto Trigger Enable): Bit cho phép Auto Trigger của ADC hoạt động khi gán bằng 1.  ADC thực hiện chuyển đổi khi có cạnh lên (position edge) của tính hiệu kích hoạt được chọn. Nguồn trigger được chọn bởi ADTS (ADC Trigger Selection Bits) của SFIOR.</a:t>
            </a:r>
          </a:p>
        </p:txBody>
      </p:sp>
      <p:pic>
        <p:nvPicPr>
          <p:cNvPr id="10" name="Picture 9">
            <a:extLst>
              <a:ext uri="{FF2B5EF4-FFF2-40B4-BE49-F238E27FC236}">
                <a16:creationId xmlns:a16="http://schemas.microsoft.com/office/drawing/2014/main" id="{BAE2633C-2CF5-6BD5-73D4-EB82B6D27A81}"/>
              </a:ext>
            </a:extLst>
          </p:cNvPr>
          <p:cNvPicPr>
            <a:picLocks noChangeAspect="1"/>
          </p:cNvPicPr>
          <p:nvPr/>
        </p:nvPicPr>
        <p:blipFill>
          <a:blip r:embed="rId2"/>
          <a:srcRect/>
          <a:stretch/>
        </p:blipFill>
        <p:spPr>
          <a:xfrm>
            <a:off x="5840606" y="3260397"/>
            <a:ext cx="5732731" cy="2830343"/>
          </a:xfrm>
          <a:prstGeom prst="rect">
            <a:avLst/>
          </a:prstGeom>
        </p:spPr>
      </p:pic>
      <p:sp>
        <p:nvSpPr>
          <p:cNvPr id="11" name="Rounded Rectangle 10">
            <a:extLst>
              <a:ext uri="{FF2B5EF4-FFF2-40B4-BE49-F238E27FC236}">
                <a16:creationId xmlns:a16="http://schemas.microsoft.com/office/drawing/2014/main" id="{86020DFA-D417-863D-026F-F4C3AB4C6F85}"/>
              </a:ext>
            </a:extLst>
          </p:cNvPr>
          <p:cNvSpPr/>
          <p:nvPr/>
        </p:nvSpPr>
        <p:spPr>
          <a:xfrm>
            <a:off x="882127" y="3260397"/>
            <a:ext cx="4410635" cy="28303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Khi ADATE gán bằng 1, quá trình chuyển đổi ADC sẽ tự động thực hiện dựa vào nguồn trigger (Trigger Source) được kích, khi nguồn trigger ngừng kích đồng thời quá trình chuyển đổi kết thúc.</a:t>
            </a:r>
          </a:p>
        </p:txBody>
      </p:sp>
    </p:spTree>
    <p:extLst>
      <p:ext uri="{BB962C8B-B14F-4D97-AF65-F5344CB8AC3E}">
        <p14:creationId xmlns:p14="http://schemas.microsoft.com/office/powerpoint/2010/main" val="2467297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12E31-F6A5-9200-BD5E-6B3C699800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FB9441-560B-40E6-C9C5-2FA3B213AB71}"/>
              </a:ext>
            </a:extLst>
          </p:cNvPr>
          <p:cNvSpPr>
            <a:spLocks noGrp="1"/>
          </p:cNvSpPr>
          <p:nvPr>
            <p:ph type="sldNum" sz="quarter" idx="12"/>
          </p:nvPr>
        </p:nvSpPr>
        <p:spPr/>
        <p:txBody>
          <a:bodyPr/>
          <a:lstStyle/>
          <a:p>
            <a:fld id="{8C2E478F-E849-4A8C-AF1F-CBCC78A7CBFA}" type="slidenum">
              <a:rPr lang="en-US" smtClean="0"/>
              <a:t>19</a:t>
            </a:fld>
            <a:endParaRPr lang="en-US" dirty="0"/>
          </a:p>
        </p:txBody>
      </p:sp>
      <p:sp>
        <p:nvSpPr>
          <p:cNvPr id="3" name="Title 2">
            <a:extLst>
              <a:ext uri="{FF2B5EF4-FFF2-40B4-BE49-F238E27FC236}">
                <a16:creationId xmlns:a16="http://schemas.microsoft.com/office/drawing/2014/main" id="{027476D9-5E18-7568-8255-35FF3FF67DA5}"/>
              </a:ext>
            </a:extLst>
          </p:cNvPr>
          <p:cNvSpPr>
            <a:spLocks noGrp="1"/>
          </p:cNvSpPr>
          <p:nvPr>
            <p:ph type="title"/>
          </p:nvPr>
        </p:nvSpPr>
        <p:spPr/>
        <p:txBody>
          <a:bodyPr/>
          <a:lstStyle/>
          <a:p>
            <a:r>
              <a:rPr lang="en-VN" dirty="0"/>
              <a:t>Thanh ghi ADSRA</a:t>
            </a:r>
          </a:p>
        </p:txBody>
      </p:sp>
      <p:sp>
        <p:nvSpPr>
          <p:cNvPr id="4" name="Content Placeholder 3">
            <a:extLst>
              <a:ext uri="{FF2B5EF4-FFF2-40B4-BE49-F238E27FC236}">
                <a16:creationId xmlns:a16="http://schemas.microsoft.com/office/drawing/2014/main" id="{C5DE4AA3-4433-BA79-DDC5-46DA49DDE8C4}"/>
              </a:ext>
            </a:extLst>
          </p:cNvPr>
          <p:cNvSpPr>
            <a:spLocks noGrp="1"/>
          </p:cNvSpPr>
          <p:nvPr>
            <p:ph idx="1"/>
          </p:nvPr>
        </p:nvSpPr>
        <p:spPr/>
        <p:txBody>
          <a:bodyPr/>
          <a:lstStyle/>
          <a:p>
            <a:r>
              <a:rPr lang="en-VN" dirty="0"/>
              <a:t>Bit 4 – ADIF (ADC Interrupt Flag): bit tự động bật khi ADC kết thúc quá trình chuyển đổi và thanh ghi dữ liệu ADC (ADCL &amp; ADCH) được cập nhật. Ngắt “ADC Conversion Complete” tự động thực thi nếu ADIE và I-bit trong SREG được bật. </a:t>
            </a:r>
          </a:p>
          <a:p>
            <a:pPr lvl="1"/>
            <a:r>
              <a:rPr lang="en-VN" dirty="0"/>
              <a:t>Bit ADIF tự động xoá khi chương trình thực thi ISR (Interrupt Service Routine). N</a:t>
            </a:r>
            <a:r>
              <a:rPr lang="en-US" dirty="0" err="1"/>
              <a:t>goài</a:t>
            </a:r>
            <a:r>
              <a:rPr lang="en-US" dirty="0"/>
              <a:t> </a:t>
            </a:r>
            <a:r>
              <a:rPr lang="en-US" dirty="0" err="1"/>
              <a:t>ra</a:t>
            </a:r>
            <a:r>
              <a:rPr lang="en-US" dirty="0"/>
              <a:t>, ADIF </a:t>
            </a:r>
            <a:r>
              <a:rPr lang="en-US" dirty="0" err="1"/>
              <a:t>có</a:t>
            </a:r>
            <a:r>
              <a:rPr lang="en-US" dirty="0"/>
              <a:t> </a:t>
            </a:r>
            <a:r>
              <a:rPr lang="en-US" dirty="0" err="1"/>
              <a:t>thể</a:t>
            </a:r>
            <a:r>
              <a:rPr lang="en-US" dirty="0"/>
              <a:t> </a:t>
            </a:r>
            <a:r>
              <a:rPr lang="en-US" dirty="0" err="1"/>
              <a:t>xoá</a:t>
            </a:r>
            <a:r>
              <a:rPr lang="en-US" dirty="0"/>
              <a:t> </a:t>
            </a:r>
            <a:r>
              <a:rPr lang="en-US" dirty="0" err="1"/>
              <a:t>thủ</a:t>
            </a:r>
            <a:r>
              <a:rPr lang="en-US" dirty="0"/>
              <a:t> </a:t>
            </a:r>
            <a:r>
              <a:rPr lang="en-US" dirty="0" err="1"/>
              <a:t>công</a:t>
            </a:r>
            <a:r>
              <a:rPr lang="en-US" dirty="0"/>
              <a:t> </a:t>
            </a:r>
            <a:r>
              <a:rPr lang="en-US" dirty="0" err="1"/>
              <a:t>bằng</a:t>
            </a:r>
            <a:r>
              <a:rPr lang="en-US" dirty="0"/>
              <a:t> </a:t>
            </a:r>
            <a:r>
              <a:rPr lang="en-US" dirty="0" err="1"/>
              <a:t>cách</a:t>
            </a:r>
            <a:r>
              <a:rPr lang="en-US" dirty="0"/>
              <a:t> </a:t>
            </a:r>
            <a:r>
              <a:rPr lang="en-US" dirty="0" err="1"/>
              <a:t>gán</a:t>
            </a:r>
            <a:r>
              <a:rPr lang="en-US" dirty="0"/>
              <a:t> </a:t>
            </a:r>
            <a:r>
              <a:rPr lang="en-US" dirty="0" err="1"/>
              <a:t>bằng</a:t>
            </a:r>
            <a:r>
              <a:rPr lang="en-US" dirty="0"/>
              <a:t> 1.</a:t>
            </a:r>
          </a:p>
          <a:p>
            <a:pPr lvl="1"/>
            <a:r>
              <a:rPr lang="en-US" dirty="0"/>
              <a:t>Read-and-Write </a:t>
            </a:r>
            <a:r>
              <a:rPr lang="en-US" dirty="0" err="1"/>
              <a:t>trên</a:t>
            </a:r>
            <a:r>
              <a:rPr lang="en-US" dirty="0"/>
              <a:t> ADSRA </a:t>
            </a:r>
            <a:r>
              <a:rPr lang="en-US" dirty="0" err="1"/>
              <a:t>hoặc</a:t>
            </a:r>
            <a:r>
              <a:rPr lang="en-US" dirty="0"/>
              <a:t> </a:t>
            </a:r>
            <a:r>
              <a:rPr lang="en-US" dirty="0" err="1"/>
              <a:t>dùng</a:t>
            </a:r>
            <a:r>
              <a:rPr lang="en-US" dirty="0"/>
              <a:t> SBI/CBI </a:t>
            </a:r>
            <a:r>
              <a:rPr lang="en-US" dirty="0" err="1"/>
              <a:t>có</a:t>
            </a:r>
            <a:r>
              <a:rPr lang="en-US" dirty="0"/>
              <a:t> </a:t>
            </a:r>
            <a:r>
              <a:rPr lang="en-US" dirty="0" err="1"/>
              <a:t>thể</a:t>
            </a:r>
            <a:r>
              <a:rPr lang="en-US" dirty="0"/>
              <a:t> </a:t>
            </a:r>
            <a:r>
              <a:rPr lang="en-US" dirty="0" err="1"/>
              <a:t>làm</a:t>
            </a:r>
            <a:r>
              <a:rPr lang="en-US" dirty="0"/>
              <a:t> </a:t>
            </a:r>
            <a:r>
              <a:rPr lang="en-US" dirty="0" err="1"/>
              <a:t>mất</a:t>
            </a:r>
            <a:r>
              <a:rPr lang="en-US" dirty="0"/>
              <a:t> </a:t>
            </a:r>
            <a:r>
              <a:rPr lang="en-US" dirty="0" err="1"/>
              <a:t>cờ</a:t>
            </a:r>
            <a:r>
              <a:rPr lang="en-US" dirty="0"/>
              <a:t> ADIF </a:t>
            </a:r>
            <a:r>
              <a:rPr lang="en-US" dirty="0" err="1"/>
              <a:t>đang</a:t>
            </a:r>
            <a:r>
              <a:rPr lang="en-US" dirty="0"/>
              <a:t> </a:t>
            </a:r>
            <a:r>
              <a:rPr lang="en-US" dirty="0" err="1"/>
              <a:t>xử</a:t>
            </a:r>
            <a:r>
              <a:rPr lang="en-US" dirty="0"/>
              <a:t> </a:t>
            </a:r>
            <a:r>
              <a:rPr lang="en-US" dirty="0" err="1"/>
              <a:t>lí</a:t>
            </a:r>
            <a:r>
              <a:rPr lang="en-US" dirty="0"/>
              <a:t>, </a:t>
            </a:r>
            <a:r>
              <a:rPr lang="en-US" dirty="0" err="1"/>
              <a:t>dẫn</a:t>
            </a:r>
            <a:r>
              <a:rPr lang="en-US" dirty="0"/>
              <a:t> </a:t>
            </a:r>
            <a:r>
              <a:rPr lang="en-US" dirty="0" err="1"/>
              <a:t>đến</a:t>
            </a:r>
            <a:r>
              <a:rPr lang="en-US" dirty="0"/>
              <a:t> </a:t>
            </a:r>
            <a:r>
              <a:rPr lang="en-US" dirty="0" err="1"/>
              <a:t>mất</a:t>
            </a:r>
            <a:r>
              <a:rPr lang="en-US" dirty="0"/>
              <a:t> </a:t>
            </a:r>
            <a:r>
              <a:rPr lang="en-US" dirty="0" err="1"/>
              <a:t>ngắt</a:t>
            </a:r>
            <a:r>
              <a:rPr lang="en-US" dirty="0"/>
              <a:t>.</a:t>
            </a:r>
            <a:endParaRPr lang="en-VN" dirty="0"/>
          </a:p>
        </p:txBody>
      </p:sp>
    </p:spTree>
    <p:extLst>
      <p:ext uri="{BB962C8B-B14F-4D97-AF65-F5344CB8AC3E}">
        <p14:creationId xmlns:p14="http://schemas.microsoft.com/office/powerpoint/2010/main" val="3001089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F7E0B-E765-BE27-A621-C35A241516F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BFD3C0-3807-84AD-06FB-937614C33713}"/>
              </a:ext>
            </a:extLst>
          </p:cNvPr>
          <p:cNvSpPr>
            <a:spLocks noGrp="1"/>
          </p:cNvSpPr>
          <p:nvPr>
            <p:ph type="sldNum" sz="quarter" idx="12"/>
          </p:nvPr>
        </p:nvSpPr>
        <p:spPr/>
        <p:txBody>
          <a:bodyPr/>
          <a:lstStyle/>
          <a:p>
            <a:fld id="{8C2E478F-E849-4A8C-AF1F-CBCC78A7CBFA}" type="slidenum">
              <a:rPr lang="en-US" smtClean="0"/>
              <a:t>20</a:t>
            </a:fld>
            <a:endParaRPr lang="en-US" dirty="0"/>
          </a:p>
        </p:txBody>
      </p:sp>
      <p:sp>
        <p:nvSpPr>
          <p:cNvPr id="3" name="Title 2">
            <a:extLst>
              <a:ext uri="{FF2B5EF4-FFF2-40B4-BE49-F238E27FC236}">
                <a16:creationId xmlns:a16="http://schemas.microsoft.com/office/drawing/2014/main" id="{DFCF75CD-5BC2-C9A6-1E71-A2E22FB1B8E5}"/>
              </a:ext>
            </a:extLst>
          </p:cNvPr>
          <p:cNvSpPr>
            <a:spLocks noGrp="1"/>
          </p:cNvSpPr>
          <p:nvPr>
            <p:ph type="title"/>
          </p:nvPr>
        </p:nvSpPr>
        <p:spPr/>
        <p:txBody>
          <a:bodyPr/>
          <a:lstStyle/>
          <a:p>
            <a:r>
              <a:rPr lang="en-VN" dirty="0"/>
              <a:t>Thanh ghi ADSRA</a:t>
            </a:r>
          </a:p>
        </p:txBody>
      </p:sp>
      <p:sp>
        <p:nvSpPr>
          <p:cNvPr id="4" name="Content Placeholder 3">
            <a:extLst>
              <a:ext uri="{FF2B5EF4-FFF2-40B4-BE49-F238E27FC236}">
                <a16:creationId xmlns:a16="http://schemas.microsoft.com/office/drawing/2014/main" id="{FE3F15F0-845F-0167-1739-BC17438B36DA}"/>
              </a:ext>
            </a:extLst>
          </p:cNvPr>
          <p:cNvSpPr>
            <a:spLocks noGrp="1"/>
          </p:cNvSpPr>
          <p:nvPr>
            <p:ph idx="1"/>
          </p:nvPr>
        </p:nvSpPr>
        <p:spPr/>
        <p:txBody>
          <a:bodyPr/>
          <a:lstStyle/>
          <a:p>
            <a:r>
              <a:rPr lang="en-VN" dirty="0"/>
              <a:t>Bit 3 – ADIE (ADC Interrupt Enable): khi bit này cùng với I-bit của SREG gán bằng 1, ngắt “ADC Complete Interrupt” hoạt động. </a:t>
            </a:r>
          </a:p>
          <a:p>
            <a:r>
              <a:rPr lang="en-VN" dirty="0"/>
              <a:t>Bits 2:0 – ADPS2:0 (ADC Prescaler Select Bits): bits này dùng để xác định hệ số chia tần số giữa tần số giao động thạch anh (XTAL frequency) và tần số xung đầu vào của bộ ADC.</a:t>
            </a:r>
          </a:p>
        </p:txBody>
      </p:sp>
      <p:pic>
        <p:nvPicPr>
          <p:cNvPr id="6" name="Picture 5">
            <a:extLst>
              <a:ext uri="{FF2B5EF4-FFF2-40B4-BE49-F238E27FC236}">
                <a16:creationId xmlns:a16="http://schemas.microsoft.com/office/drawing/2014/main" id="{A424CF91-52CA-A32C-92E6-02E83DFA2EA4}"/>
              </a:ext>
            </a:extLst>
          </p:cNvPr>
          <p:cNvPicPr>
            <a:picLocks noChangeAspect="1"/>
          </p:cNvPicPr>
          <p:nvPr/>
        </p:nvPicPr>
        <p:blipFill>
          <a:blip r:embed="rId2"/>
          <a:stretch>
            <a:fillRect/>
          </a:stretch>
        </p:blipFill>
        <p:spPr>
          <a:xfrm>
            <a:off x="3190113" y="3640182"/>
            <a:ext cx="5811774" cy="2364486"/>
          </a:xfrm>
          <a:prstGeom prst="rect">
            <a:avLst/>
          </a:prstGeom>
        </p:spPr>
      </p:pic>
    </p:spTree>
    <p:extLst>
      <p:ext uri="{BB962C8B-B14F-4D97-AF65-F5344CB8AC3E}">
        <p14:creationId xmlns:p14="http://schemas.microsoft.com/office/powerpoint/2010/main" val="3913824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9A547-A82D-ECAB-B3AE-5F0ABE0559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CB1B53-1DA9-036B-3031-BF8D0392EE3E}"/>
              </a:ext>
            </a:extLst>
          </p:cNvPr>
          <p:cNvSpPr>
            <a:spLocks noGrp="1"/>
          </p:cNvSpPr>
          <p:nvPr>
            <p:ph type="sldNum" sz="quarter" idx="12"/>
          </p:nvPr>
        </p:nvSpPr>
        <p:spPr/>
        <p:txBody>
          <a:bodyPr/>
          <a:lstStyle/>
          <a:p>
            <a:fld id="{8C2E478F-E849-4A8C-AF1F-CBCC78A7CBFA}" type="slidenum">
              <a:rPr lang="en-US" smtClean="0"/>
              <a:t>21</a:t>
            </a:fld>
            <a:endParaRPr lang="en-US" dirty="0"/>
          </a:p>
        </p:txBody>
      </p:sp>
      <p:sp>
        <p:nvSpPr>
          <p:cNvPr id="3" name="Title 2">
            <a:extLst>
              <a:ext uri="{FF2B5EF4-FFF2-40B4-BE49-F238E27FC236}">
                <a16:creationId xmlns:a16="http://schemas.microsoft.com/office/drawing/2014/main" id="{CFC7DDED-D199-3923-3C1C-FEC094B3C29F}"/>
              </a:ext>
            </a:extLst>
          </p:cNvPr>
          <p:cNvSpPr>
            <a:spLocks noGrp="1"/>
          </p:cNvSpPr>
          <p:nvPr>
            <p:ph type="title"/>
          </p:nvPr>
        </p:nvSpPr>
        <p:spPr/>
        <p:txBody>
          <a:bodyPr/>
          <a:lstStyle/>
          <a:p>
            <a:r>
              <a:rPr lang="en-VN" dirty="0"/>
              <a:t>Thanh ghi ADCL &amp; ADCH </a:t>
            </a:r>
          </a:p>
        </p:txBody>
      </p:sp>
      <p:sp>
        <p:nvSpPr>
          <p:cNvPr id="4" name="Content Placeholder 3">
            <a:extLst>
              <a:ext uri="{FF2B5EF4-FFF2-40B4-BE49-F238E27FC236}">
                <a16:creationId xmlns:a16="http://schemas.microsoft.com/office/drawing/2014/main" id="{297CFACB-8D0D-8A03-1BD1-2FD2FE363F86}"/>
              </a:ext>
            </a:extLst>
          </p:cNvPr>
          <p:cNvSpPr>
            <a:spLocks noGrp="1"/>
          </p:cNvSpPr>
          <p:nvPr>
            <p:ph idx="1"/>
          </p:nvPr>
        </p:nvSpPr>
        <p:spPr/>
        <p:txBody>
          <a:bodyPr>
            <a:normAutofit/>
          </a:bodyPr>
          <a:lstStyle/>
          <a:p>
            <a:r>
              <a:rPr lang="en-VN" dirty="0"/>
              <a:t>Thanh ghi ADC Data Register (ADCL &amp; ADCH): 2 thanh ghi lưu giá trị chuyển đổi.</a:t>
            </a:r>
          </a:p>
          <a:p>
            <a:pPr lvl="1"/>
            <a:r>
              <a:rPr lang="en-VN" dirty="0"/>
              <a:t>Khi chuyển đổi ADC kết thúc, kết quả sẽ được tìm thấy trong 2 thanh ghi này.</a:t>
            </a:r>
          </a:p>
          <a:p>
            <a:pPr lvl="1"/>
            <a:r>
              <a:rPr lang="en-VN" dirty="0"/>
              <a:t>Khi đọc ADCL, dữ liệu sẽ không cập nhật cho đến khi đọc ADCH.</a:t>
            </a:r>
          </a:p>
          <a:p>
            <a:pPr lvl="1"/>
            <a:r>
              <a:rPr lang="en-VN" dirty="0"/>
              <a:t>Khi đọc thanh ghi, nếu ADLAR = 0 phải đọc từ ADCL đến ADCH (đủ 10 bits chính xác), nếu ADLAR = chỉ cần đọc ADCH (đủ 8 bits chính xác).</a:t>
            </a:r>
          </a:p>
          <a:p>
            <a:pPr lvl="1"/>
            <a:endParaRPr lang="en-VN" dirty="0"/>
          </a:p>
          <a:p>
            <a:pPr lvl="1"/>
            <a:endParaRPr lang="en-VN" dirty="0"/>
          </a:p>
          <a:p>
            <a:pPr lvl="1"/>
            <a:endParaRPr lang="en-VN" dirty="0"/>
          </a:p>
          <a:p>
            <a:pPr lvl="1"/>
            <a:endParaRPr lang="en-VN" dirty="0"/>
          </a:p>
          <a:p>
            <a:r>
              <a:rPr lang="en-VN" dirty="0"/>
              <a:t>Trong đó: Bit9:0 – ADC9:0 (ADC Conversion Result): Bits lưu trữ giá trị chuyển đổi ADC.</a:t>
            </a:r>
          </a:p>
          <a:p>
            <a:endParaRPr lang="en-VN" dirty="0"/>
          </a:p>
          <a:p>
            <a:endParaRPr lang="en-VN" dirty="0"/>
          </a:p>
          <a:p>
            <a:endParaRPr lang="en-VN" dirty="0"/>
          </a:p>
          <a:p>
            <a:endParaRPr lang="en-VN" dirty="0"/>
          </a:p>
          <a:p>
            <a:endParaRPr lang="en-VN" dirty="0"/>
          </a:p>
          <a:p>
            <a:endParaRPr lang="en-VN" dirty="0"/>
          </a:p>
          <a:p>
            <a:pPr lvl="1"/>
            <a:endParaRPr lang="en-VN" dirty="0"/>
          </a:p>
          <a:p>
            <a:pPr lvl="1"/>
            <a:endParaRPr lang="en-VN" dirty="0"/>
          </a:p>
          <a:p>
            <a:pPr lvl="1"/>
            <a:endParaRPr lang="en-VN" dirty="0"/>
          </a:p>
          <a:p>
            <a:pPr lvl="1"/>
            <a:endParaRPr lang="en-VN" dirty="0"/>
          </a:p>
          <a:p>
            <a:pPr lvl="1"/>
            <a:endParaRPr lang="en-VN" dirty="0"/>
          </a:p>
        </p:txBody>
      </p:sp>
      <p:pic>
        <p:nvPicPr>
          <p:cNvPr id="7" name="Picture 6">
            <a:extLst>
              <a:ext uri="{FF2B5EF4-FFF2-40B4-BE49-F238E27FC236}">
                <a16:creationId xmlns:a16="http://schemas.microsoft.com/office/drawing/2014/main" id="{93366CB6-D408-BEF1-1CA3-76E412A137E8}"/>
              </a:ext>
            </a:extLst>
          </p:cNvPr>
          <p:cNvPicPr>
            <a:picLocks noChangeAspect="1"/>
          </p:cNvPicPr>
          <p:nvPr/>
        </p:nvPicPr>
        <p:blipFill>
          <a:blip r:embed="rId2"/>
          <a:stretch>
            <a:fillRect/>
          </a:stretch>
        </p:blipFill>
        <p:spPr>
          <a:xfrm>
            <a:off x="1434492" y="3640182"/>
            <a:ext cx="4137829" cy="1044053"/>
          </a:xfrm>
          <a:prstGeom prst="rect">
            <a:avLst/>
          </a:prstGeom>
          <a:ln w="9525">
            <a:solidFill>
              <a:schemeClr val="tx1"/>
            </a:solidFill>
          </a:ln>
        </p:spPr>
      </p:pic>
      <p:pic>
        <p:nvPicPr>
          <p:cNvPr id="10" name="Picture 9">
            <a:extLst>
              <a:ext uri="{FF2B5EF4-FFF2-40B4-BE49-F238E27FC236}">
                <a16:creationId xmlns:a16="http://schemas.microsoft.com/office/drawing/2014/main" id="{E4892ED0-FA8C-CF9C-E8B2-B2425BF1B18B}"/>
              </a:ext>
            </a:extLst>
          </p:cNvPr>
          <p:cNvPicPr>
            <a:picLocks noChangeAspect="1"/>
          </p:cNvPicPr>
          <p:nvPr/>
        </p:nvPicPr>
        <p:blipFill>
          <a:blip r:embed="rId3"/>
          <a:stretch>
            <a:fillRect/>
          </a:stretch>
        </p:blipFill>
        <p:spPr>
          <a:xfrm>
            <a:off x="6596650" y="3640182"/>
            <a:ext cx="4137829" cy="1061375"/>
          </a:xfrm>
          <a:prstGeom prst="rect">
            <a:avLst/>
          </a:prstGeom>
          <a:ln>
            <a:solidFill>
              <a:schemeClr val="tx1"/>
            </a:solidFill>
          </a:ln>
        </p:spPr>
      </p:pic>
      <p:sp>
        <p:nvSpPr>
          <p:cNvPr id="11" name="TextBox 10">
            <a:extLst>
              <a:ext uri="{FF2B5EF4-FFF2-40B4-BE49-F238E27FC236}">
                <a16:creationId xmlns:a16="http://schemas.microsoft.com/office/drawing/2014/main" id="{57FC3CEE-73A8-838C-5121-E037727496E5}"/>
              </a:ext>
            </a:extLst>
          </p:cNvPr>
          <p:cNvSpPr txBox="1"/>
          <p:nvPr/>
        </p:nvSpPr>
        <p:spPr>
          <a:xfrm>
            <a:off x="1434492" y="4746373"/>
            <a:ext cx="4137829" cy="369332"/>
          </a:xfrm>
          <a:prstGeom prst="rect">
            <a:avLst/>
          </a:prstGeom>
          <a:noFill/>
        </p:spPr>
        <p:txBody>
          <a:bodyPr wrap="square" rtlCol="0">
            <a:spAutoFit/>
          </a:bodyPr>
          <a:lstStyle/>
          <a:p>
            <a:pPr algn="ctr"/>
            <a:r>
              <a:rPr lang="en-VN" dirty="0"/>
              <a:t>ADLAR = 0</a:t>
            </a:r>
          </a:p>
        </p:txBody>
      </p:sp>
      <p:sp>
        <p:nvSpPr>
          <p:cNvPr id="12" name="TextBox 11">
            <a:extLst>
              <a:ext uri="{FF2B5EF4-FFF2-40B4-BE49-F238E27FC236}">
                <a16:creationId xmlns:a16="http://schemas.microsoft.com/office/drawing/2014/main" id="{A05A43FD-6E45-3C62-A222-C644C91A9122}"/>
              </a:ext>
            </a:extLst>
          </p:cNvPr>
          <p:cNvSpPr txBox="1"/>
          <p:nvPr/>
        </p:nvSpPr>
        <p:spPr>
          <a:xfrm>
            <a:off x="6596649" y="4746373"/>
            <a:ext cx="4137829" cy="369332"/>
          </a:xfrm>
          <a:prstGeom prst="rect">
            <a:avLst/>
          </a:prstGeom>
          <a:noFill/>
        </p:spPr>
        <p:txBody>
          <a:bodyPr wrap="square" rtlCol="0">
            <a:spAutoFit/>
          </a:bodyPr>
          <a:lstStyle/>
          <a:p>
            <a:pPr algn="ctr"/>
            <a:r>
              <a:rPr lang="en-VN" dirty="0"/>
              <a:t>ADLAR = 1</a:t>
            </a:r>
          </a:p>
        </p:txBody>
      </p:sp>
    </p:spTree>
    <p:extLst>
      <p:ext uri="{BB962C8B-B14F-4D97-AF65-F5344CB8AC3E}">
        <p14:creationId xmlns:p14="http://schemas.microsoft.com/office/powerpoint/2010/main" val="751680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FE8A2-22CA-D62B-0181-5DA20580E25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9A2423-A2C7-D758-2259-8F3C51D6B748}"/>
              </a:ext>
            </a:extLst>
          </p:cNvPr>
          <p:cNvSpPr>
            <a:spLocks noGrp="1"/>
          </p:cNvSpPr>
          <p:nvPr>
            <p:ph type="sldNum" sz="quarter" idx="12"/>
          </p:nvPr>
        </p:nvSpPr>
        <p:spPr/>
        <p:txBody>
          <a:bodyPr/>
          <a:lstStyle/>
          <a:p>
            <a:fld id="{8C2E478F-E849-4A8C-AF1F-CBCC78A7CBFA}" type="slidenum">
              <a:rPr lang="en-US" smtClean="0"/>
              <a:t>22</a:t>
            </a:fld>
            <a:endParaRPr lang="en-US" dirty="0"/>
          </a:p>
        </p:txBody>
      </p:sp>
      <p:sp>
        <p:nvSpPr>
          <p:cNvPr id="3" name="Title 2">
            <a:extLst>
              <a:ext uri="{FF2B5EF4-FFF2-40B4-BE49-F238E27FC236}">
                <a16:creationId xmlns:a16="http://schemas.microsoft.com/office/drawing/2014/main" id="{DD80CC3A-AB9B-8B5A-C984-309BEBC4452A}"/>
              </a:ext>
            </a:extLst>
          </p:cNvPr>
          <p:cNvSpPr>
            <a:spLocks noGrp="1"/>
          </p:cNvSpPr>
          <p:nvPr>
            <p:ph type="title"/>
          </p:nvPr>
        </p:nvSpPr>
        <p:spPr/>
        <p:txBody>
          <a:bodyPr/>
          <a:lstStyle/>
          <a:p>
            <a:r>
              <a:rPr lang="en-VN" dirty="0"/>
              <a:t>Thanh ghi ADCL &amp; ADCH </a:t>
            </a:r>
          </a:p>
        </p:txBody>
      </p:sp>
      <p:sp>
        <p:nvSpPr>
          <p:cNvPr id="4" name="Content Placeholder 3">
            <a:extLst>
              <a:ext uri="{FF2B5EF4-FFF2-40B4-BE49-F238E27FC236}">
                <a16:creationId xmlns:a16="http://schemas.microsoft.com/office/drawing/2014/main" id="{B9013339-7262-8A33-6B8F-55E9409B66C3}"/>
              </a:ext>
            </a:extLst>
          </p:cNvPr>
          <p:cNvSpPr>
            <a:spLocks noGrp="1"/>
          </p:cNvSpPr>
          <p:nvPr>
            <p:ph idx="1"/>
          </p:nvPr>
        </p:nvSpPr>
        <p:spPr/>
        <p:txBody>
          <a:bodyPr>
            <a:normAutofit/>
          </a:bodyPr>
          <a:lstStyle/>
          <a:p>
            <a:r>
              <a:rPr lang="en-VN" dirty="0"/>
              <a:t>Bit9:0 – ADC9:0 (ADC Conversion Result):  Bits lưu trữ giá trị chuyển đổi ADC. </a:t>
            </a:r>
            <a:r>
              <a:rPr lang="en-US" dirty="0"/>
              <a:t>S</a:t>
            </a:r>
            <a:r>
              <a:rPr lang="en-VN" dirty="0"/>
              <a:t>au khi quá trình chuyển đổi ADC kết thúc (ADIF = 1), kết quả được lưu vào 2 thanh ghi ADCL &amp; ADCH.</a:t>
            </a:r>
          </a:p>
          <a:p>
            <a:r>
              <a:rPr lang="en-VN" dirty="0"/>
              <a:t>Đối với chế độ đo đơn kênh (Single-ended conversion)</a:t>
            </a:r>
          </a:p>
          <a:p>
            <a:r>
              <a:rPr lang="en-US" dirty="0"/>
              <a:t>T</a:t>
            </a:r>
            <a:r>
              <a:rPr lang="en-VN" dirty="0"/>
              <a:t>rong đó:</a:t>
            </a:r>
          </a:p>
          <a:p>
            <a:pPr lvl="1"/>
            <a:r>
              <a:rPr lang="en-VN" dirty="0"/>
              <a:t>V</a:t>
            </a:r>
            <a:r>
              <a:rPr lang="en-VN" baseline="-25000" dirty="0"/>
              <a:t>IN</a:t>
            </a:r>
            <a:r>
              <a:rPr lang="en-VN" dirty="0"/>
              <a:t>: điện áp chân ADC được chọn.</a:t>
            </a:r>
          </a:p>
          <a:p>
            <a:pPr lvl="1"/>
            <a:r>
              <a:rPr lang="en-VN" dirty="0"/>
              <a:t>V</a:t>
            </a:r>
            <a:r>
              <a:rPr lang="en-VN" baseline="-25000" dirty="0"/>
              <a:t>REF</a:t>
            </a:r>
            <a:r>
              <a:rPr lang="en-VN" dirty="0"/>
              <a:t>: điện áp tham chiếu.</a:t>
            </a:r>
          </a:p>
          <a:p>
            <a:pPr lvl="1"/>
            <a:r>
              <a:rPr lang="en-VN" dirty="0"/>
              <a:t>Giá trị 0x00, tức 0 thập phân, tương ứng với GND.</a:t>
            </a:r>
          </a:p>
          <a:p>
            <a:pPr lvl="1"/>
            <a:r>
              <a:rPr lang="en-VN" dirty="0"/>
              <a:t>Giá trị 0x3FF, tức 1023 thập phân, tương ứng với Vref – 1 LSB.</a:t>
            </a:r>
          </a:p>
          <a:p>
            <a:endParaRPr lang="en-VN" dirty="0"/>
          </a:p>
          <a:p>
            <a:endParaRPr lang="en-VN" dirty="0"/>
          </a:p>
          <a:p>
            <a:endParaRPr lang="en-VN" dirty="0"/>
          </a:p>
          <a:p>
            <a:endParaRPr lang="en-VN" dirty="0"/>
          </a:p>
          <a:p>
            <a:endParaRPr lang="en-VN" dirty="0"/>
          </a:p>
          <a:p>
            <a:endParaRPr lang="en-VN" dirty="0"/>
          </a:p>
          <a:p>
            <a:pPr lvl="1"/>
            <a:endParaRPr lang="en-VN" dirty="0"/>
          </a:p>
          <a:p>
            <a:pPr lvl="1"/>
            <a:endParaRPr lang="en-VN" dirty="0"/>
          </a:p>
          <a:p>
            <a:pPr lvl="1"/>
            <a:endParaRPr lang="en-VN" dirty="0"/>
          </a:p>
          <a:p>
            <a:pPr lvl="1"/>
            <a:endParaRPr lang="en-VN" dirty="0"/>
          </a:p>
          <a:p>
            <a:pPr lvl="1"/>
            <a:endParaRPr lang="en-VN" dirty="0"/>
          </a:p>
        </p:txBody>
      </p:sp>
      <p:pic>
        <p:nvPicPr>
          <p:cNvPr id="6" name="Picture 5">
            <a:extLst>
              <a:ext uri="{FF2B5EF4-FFF2-40B4-BE49-F238E27FC236}">
                <a16:creationId xmlns:a16="http://schemas.microsoft.com/office/drawing/2014/main" id="{FD428B1A-EA54-B6E4-0D8E-919E2AE6881B}"/>
              </a:ext>
            </a:extLst>
          </p:cNvPr>
          <p:cNvPicPr>
            <a:picLocks noChangeAspect="1"/>
          </p:cNvPicPr>
          <p:nvPr/>
        </p:nvPicPr>
        <p:blipFill>
          <a:blip r:embed="rId2"/>
          <a:stretch>
            <a:fillRect/>
          </a:stretch>
        </p:blipFill>
        <p:spPr>
          <a:xfrm>
            <a:off x="7692688" y="3640182"/>
            <a:ext cx="3306109" cy="1286809"/>
          </a:xfrm>
          <a:prstGeom prst="rect">
            <a:avLst/>
          </a:prstGeom>
        </p:spPr>
      </p:pic>
    </p:spTree>
    <p:extLst>
      <p:ext uri="{BB962C8B-B14F-4D97-AF65-F5344CB8AC3E}">
        <p14:creationId xmlns:p14="http://schemas.microsoft.com/office/powerpoint/2010/main" val="2420675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952BD-03E6-8BEE-5022-F66FE7A12B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853E5A-0669-5BE6-C857-D77053C3C9E2}"/>
              </a:ext>
            </a:extLst>
          </p:cNvPr>
          <p:cNvSpPr>
            <a:spLocks noGrp="1"/>
          </p:cNvSpPr>
          <p:nvPr>
            <p:ph type="sldNum" sz="quarter" idx="12"/>
          </p:nvPr>
        </p:nvSpPr>
        <p:spPr/>
        <p:txBody>
          <a:bodyPr/>
          <a:lstStyle/>
          <a:p>
            <a:fld id="{8C2E478F-E849-4A8C-AF1F-CBCC78A7CBFA}" type="slidenum">
              <a:rPr lang="en-US" smtClean="0"/>
              <a:t>23</a:t>
            </a:fld>
            <a:endParaRPr lang="en-US" dirty="0"/>
          </a:p>
        </p:txBody>
      </p:sp>
      <p:sp>
        <p:nvSpPr>
          <p:cNvPr id="3" name="Title 2">
            <a:extLst>
              <a:ext uri="{FF2B5EF4-FFF2-40B4-BE49-F238E27FC236}">
                <a16:creationId xmlns:a16="http://schemas.microsoft.com/office/drawing/2014/main" id="{A43ADA8A-E4AE-A47A-9E9C-6AFA48271052}"/>
              </a:ext>
            </a:extLst>
          </p:cNvPr>
          <p:cNvSpPr>
            <a:spLocks noGrp="1"/>
          </p:cNvSpPr>
          <p:nvPr>
            <p:ph type="title"/>
          </p:nvPr>
        </p:nvSpPr>
        <p:spPr/>
        <p:txBody>
          <a:bodyPr/>
          <a:lstStyle/>
          <a:p>
            <a:r>
              <a:rPr lang="en-VN" dirty="0"/>
              <a:t>Thanh ghi ADCL &amp; ADCH </a:t>
            </a:r>
          </a:p>
        </p:txBody>
      </p:sp>
      <p:sp>
        <p:nvSpPr>
          <p:cNvPr id="4" name="Content Placeholder 3">
            <a:extLst>
              <a:ext uri="{FF2B5EF4-FFF2-40B4-BE49-F238E27FC236}">
                <a16:creationId xmlns:a16="http://schemas.microsoft.com/office/drawing/2014/main" id="{FA4D6831-C5AA-10CD-9C53-990670CDDC16}"/>
              </a:ext>
            </a:extLst>
          </p:cNvPr>
          <p:cNvSpPr>
            <a:spLocks noGrp="1"/>
          </p:cNvSpPr>
          <p:nvPr>
            <p:ph idx="1"/>
          </p:nvPr>
        </p:nvSpPr>
        <p:spPr/>
        <p:txBody>
          <a:bodyPr>
            <a:normAutofit/>
          </a:bodyPr>
          <a:lstStyle/>
          <a:p>
            <a:r>
              <a:rPr lang="en-VN" dirty="0"/>
              <a:t>Đối với chế độ đo vi sai (Differencial conversion)</a:t>
            </a:r>
          </a:p>
          <a:p>
            <a:r>
              <a:rPr lang="en-US" dirty="0"/>
              <a:t>T</a:t>
            </a:r>
            <a:r>
              <a:rPr lang="en-VN" dirty="0"/>
              <a:t>rong đó:</a:t>
            </a:r>
          </a:p>
          <a:p>
            <a:pPr lvl="1"/>
            <a:r>
              <a:rPr lang="en-VN" dirty="0"/>
              <a:t>V</a:t>
            </a:r>
            <a:r>
              <a:rPr lang="en-VN" baseline="-25000" dirty="0"/>
              <a:t>IN</a:t>
            </a:r>
            <a:r>
              <a:rPr lang="en-VN" dirty="0"/>
              <a:t>: điện áp chân ADC được chọn.</a:t>
            </a:r>
          </a:p>
          <a:p>
            <a:pPr lvl="1"/>
            <a:r>
              <a:rPr lang="en-VN" dirty="0"/>
              <a:t>V</a:t>
            </a:r>
            <a:r>
              <a:rPr lang="en-VN" baseline="-25000" dirty="0"/>
              <a:t>POS</a:t>
            </a:r>
            <a:r>
              <a:rPr lang="en-VN" dirty="0"/>
              <a:t>: điện áp ở chân dương (+) của kênh.</a:t>
            </a:r>
          </a:p>
          <a:p>
            <a:pPr lvl="1"/>
            <a:r>
              <a:rPr lang="en-VN" dirty="0"/>
              <a:t>V</a:t>
            </a:r>
            <a:r>
              <a:rPr lang="en-VN" baseline="-25000" dirty="0"/>
              <a:t>NEG</a:t>
            </a:r>
            <a:r>
              <a:rPr lang="en-VN" dirty="0"/>
              <a:t>: điện áp ở chân âm (-) của kênh.	</a:t>
            </a:r>
          </a:p>
          <a:p>
            <a:pPr lvl="1"/>
            <a:r>
              <a:rPr lang="en-VN" dirty="0"/>
              <a:t>V</a:t>
            </a:r>
            <a:r>
              <a:rPr lang="en-VN" baseline="-25000" dirty="0"/>
              <a:t>REF</a:t>
            </a:r>
            <a:r>
              <a:rPr lang="en-VN" dirty="0"/>
              <a:t>: điện áp tham chiếu.</a:t>
            </a:r>
          </a:p>
          <a:p>
            <a:r>
              <a:rPr lang="en-VN" dirty="0"/>
              <a:t>Kết quả được lưu dưới dạng bù hai (two’s conplement), với phạm vi:</a:t>
            </a:r>
          </a:p>
          <a:p>
            <a:pPr marL="0" indent="0" algn="ctr">
              <a:buNone/>
            </a:pPr>
            <a:r>
              <a:rPr lang="en-VN" dirty="0"/>
              <a:t>0x200 (-512) &lt;= ADC &lt;= 0x1FF (+511)</a:t>
            </a:r>
          </a:p>
          <a:p>
            <a:r>
              <a:rPr lang="en-VN" dirty="0"/>
              <a:t>Kiểm tra bit MSB (ADC9 trong ADCH) để xác định giá trị âm – dương (0 – 1).  </a:t>
            </a:r>
          </a:p>
          <a:p>
            <a:pPr marL="0" indent="0">
              <a:buNone/>
            </a:pPr>
            <a:endParaRPr lang="en-VN" dirty="0"/>
          </a:p>
          <a:p>
            <a:endParaRPr lang="en-VN" dirty="0"/>
          </a:p>
          <a:p>
            <a:endParaRPr lang="en-VN" dirty="0"/>
          </a:p>
          <a:p>
            <a:endParaRPr lang="en-VN" dirty="0"/>
          </a:p>
          <a:p>
            <a:endParaRPr lang="en-VN" dirty="0"/>
          </a:p>
          <a:p>
            <a:pPr lvl="1"/>
            <a:endParaRPr lang="en-VN" dirty="0"/>
          </a:p>
          <a:p>
            <a:pPr lvl="1"/>
            <a:endParaRPr lang="en-VN" dirty="0"/>
          </a:p>
          <a:p>
            <a:pPr lvl="1"/>
            <a:endParaRPr lang="en-VN" dirty="0"/>
          </a:p>
          <a:p>
            <a:pPr lvl="1"/>
            <a:endParaRPr lang="en-VN" dirty="0"/>
          </a:p>
          <a:p>
            <a:pPr lvl="1"/>
            <a:endParaRPr lang="en-VN" dirty="0"/>
          </a:p>
        </p:txBody>
      </p:sp>
      <p:pic>
        <p:nvPicPr>
          <p:cNvPr id="7" name="Picture 6">
            <a:extLst>
              <a:ext uri="{FF2B5EF4-FFF2-40B4-BE49-F238E27FC236}">
                <a16:creationId xmlns:a16="http://schemas.microsoft.com/office/drawing/2014/main" id="{67478AF0-4A9B-2DA1-9732-576CF3FAB32B}"/>
              </a:ext>
            </a:extLst>
          </p:cNvPr>
          <p:cNvPicPr>
            <a:picLocks noChangeAspect="1"/>
          </p:cNvPicPr>
          <p:nvPr/>
        </p:nvPicPr>
        <p:blipFill>
          <a:blip r:embed="rId2"/>
          <a:stretch>
            <a:fillRect/>
          </a:stretch>
        </p:blipFill>
        <p:spPr>
          <a:xfrm>
            <a:off x="6063450" y="2668184"/>
            <a:ext cx="5660459" cy="971998"/>
          </a:xfrm>
          <a:prstGeom prst="rect">
            <a:avLst/>
          </a:prstGeom>
        </p:spPr>
      </p:pic>
    </p:spTree>
    <p:extLst>
      <p:ext uri="{BB962C8B-B14F-4D97-AF65-F5344CB8AC3E}">
        <p14:creationId xmlns:p14="http://schemas.microsoft.com/office/powerpoint/2010/main" val="3946133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2BFA8D-7939-CAF7-CE35-4469DCECB862}"/>
              </a:ext>
            </a:extLst>
          </p:cNvPr>
          <p:cNvSpPr>
            <a:spLocks noGrp="1"/>
          </p:cNvSpPr>
          <p:nvPr>
            <p:ph type="sldNum" sz="quarter" idx="12"/>
          </p:nvPr>
        </p:nvSpPr>
        <p:spPr/>
        <p:txBody>
          <a:bodyPr/>
          <a:lstStyle/>
          <a:p>
            <a:fld id="{8C2E478F-E849-4A8C-AF1F-CBCC78A7CBFA}" type="slidenum">
              <a:rPr lang="en-US" smtClean="0"/>
              <a:t>24</a:t>
            </a:fld>
            <a:endParaRPr lang="en-US" dirty="0"/>
          </a:p>
        </p:txBody>
      </p:sp>
      <p:sp>
        <p:nvSpPr>
          <p:cNvPr id="3" name="Title 2">
            <a:extLst>
              <a:ext uri="{FF2B5EF4-FFF2-40B4-BE49-F238E27FC236}">
                <a16:creationId xmlns:a16="http://schemas.microsoft.com/office/drawing/2014/main" id="{8D51FB7A-A856-F6F7-B717-BE503877C81D}"/>
              </a:ext>
            </a:extLst>
          </p:cNvPr>
          <p:cNvSpPr>
            <a:spLocks noGrp="1"/>
          </p:cNvSpPr>
          <p:nvPr>
            <p:ph type="title"/>
          </p:nvPr>
        </p:nvSpPr>
        <p:spPr/>
        <p:txBody>
          <a:bodyPr/>
          <a:lstStyle/>
          <a:p>
            <a:r>
              <a:rPr lang="en-VN" dirty="0"/>
              <a:t>Thanh ghi SFIOR</a:t>
            </a:r>
          </a:p>
        </p:txBody>
      </p:sp>
      <p:sp>
        <p:nvSpPr>
          <p:cNvPr id="4" name="Content Placeholder 3">
            <a:extLst>
              <a:ext uri="{FF2B5EF4-FFF2-40B4-BE49-F238E27FC236}">
                <a16:creationId xmlns:a16="http://schemas.microsoft.com/office/drawing/2014/main" id="{5E79ABC1-D0D7-CC82-2406-6872EF0103DD}"/>
              </a:ext>
            </a:extLst>
          </p:cNvPr>
          <p:cNvSpPr>
            <a:spLocks noGrp="1"/>
          </p:cNvSpPr>
          <p:nvPr>
            <p:ph idx="1"/>
          </p:nvPr>
        </p:nvSpPr>
        <p:spPr/>
        <p:txBody>
          <a:bodyPr/>
          <a:lstStyle/>
          <a:p>
            <a:r>
              <a:rPr lang="en-VN" dirty="0"/>
              <a:t>Thanh ghi SFIOR (Special FunctionIO Register): thanh ghi chức năng đặc biệt, dùng 3 bits đầu của thanh ghi để quy định nguồn kích ADC. </a:t>
            </a:r>
          </a:p>
          <a:p>
            <a:endParaRPr lang="en-VN" dirty="0"/>
          </a:p>
          <a:p>
            <a:r>
              <a:rPr lang="en-VN" dirty="0"/>
              <a:t>Trong đó: </a:t>
            </a:r>
          </a:p>
          <a:p>
            <a:pPr lvl="1"/>
            <a:r>
              <a:rPr lang="en-VN" dirty="0"/>
              <a:t>Bit7:5 – ADTS2:0 (ADC Auto Trigger Source): Bits chọn nguồn kích cho ADC.</a:t>
            </a:r>
          </a:p>
          <a:p>
            <a:pPr lvl="1"/>
            <a:r>
              <a:rPr lang="en-VN" dirty="0"/>
              <a:t>Các bits còn lại không liên quan đến chuyển đổi ADC nên không cần dùng đến.</a:t>
            </a:r>
          </a:p>
        </p:txBody>
      </p:sp>
      <p:pic>
        <p:nvPicPr>
          <p:cNvPr id="6" name="Picture 5">
            <a:extLst>
              <a:ext uri="{FF2B5EF4-FFF2-40B4-BE49-F238E27FC236}">
                <a16:creationId xmlns:a16="http://schemas.microsoft.com/office/drawing/2014/main" id="{24AFB686-9AB7-3FBE-598C-DFCE89028830}"/>
              </a:ext>
            </a:extLst>
          </p:cNvPr>
          <p:cNvPicPr>
            <a:picLocks noChangeAspect="1"/>
          </p:cNvPicPr>
          <p:nvPr/>
        </p:nvPicPr>
        <p:blipFill>
          <a:blip r:embed="rId2"/>
          <a:stretch>
            <a:fillRect/>
          </a:stretch>
        </p:blipFill>
        <p:spPr>
          <a:xfrm>
            <a:off x="2371745" y="1996961"/>
            <a:ext cx="7448509" cy="800025"/>
          </a:xfrm>
          <a:prstGeom prst="rect">
            <a:avLst/>
          </a:prstGeom>
        </p:spPr>
      </p:pic>
      <p:sp>
        <p:nvSpPr>
          <p:cNvPr id="7" name="Rectangle 6">
            <a:extLst>
              <a:ext uri="{FF2B5EF4-FFF2-40B4-BE49-F238E27FC236}">
                <a16:creationId xmlns:a16="http://schemas.microsoft.com/office/drawing/2014/main" id="{A8105A91-D387-4742-43F4-A44A8B8AB875}"/>
              </a:ext>
            </a:extLst>
          </p:cNvPr>
          <p:cNvSpPr/>
          <p:nvPr/>
        </p:nvSpPr>
        <p:spPr>
          <a:xfrm>
            <a:off x="2371745" y="2312894"/>
            <a:ext cx="2512227" cy="268941"/>
          </a:xfrm>
          <a:prstGeom prst="rect">
            <a:avLst/>
          </a:prstGeom>
          <a:noFill/>
          <a:ln w="571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834473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9C1E9-FDF4-364E-ADDF-87823F9C9B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D9423E-7184-B22B-7B59-7CCA02FAE4A1}"/>
              </a:ext>
            </a:extLst>
          </p:cNvPr>
          <p:cNvSpPr>
            <a:spLocks noGrp="1"/>
          </p:cNvSpPr>
          <p:nvPr>
            <p:ph type="sldNum" sz="quarter" idx="12"/>
          </p:nvPr>
        </p:nvSpPr>
        <p:spPr/>
        <p:txBody>
          <a:bodyPr/>
          <a:lstStyle/>
          <a:p>
            <a:fld id="{8C2E478F-E849-4A8C-AF1F-CBCC78A7CBFA}" type="slidenum">
              <a:rPr lang="en-US" smtClean="0"/>
              <a:t>25</a:t>
            </a:fld>
            <a:endParaRPr lang="en-US" dirty="0"/>
          </a:p>
        </p:txBody>
      </p:sp>
      <p:sp>
        <p:nvSpPr>
          <p:cNvPr id="3" name="Title 2">
            <a:extLst>
              <a:ext uri="{FF2B5EF4-FFF2-40B4-BE49-F238E27FC236}">
                <a16:creationId xmlns:a16="http://schemas.microsoft.com/office/drawing/2014/main" id="{B83AE26E-B920-0218-2BA0-025909C993B7}"/>
              </a:ext>
            </a:extLst>
          </p:cNvPr>
          <p:cNvSpPr>
            <a:spLocks noGrp="1"/>
          </p:cNvSpPr>
          <p:nvPr>
            <p:ph type="title"/>
          </p:nvPr>
        </p:nvSpPr>
        <p:spPr/>
        <p:txBody>
          <a:bodyPr/>
          <a:lstStyle/>
          <a:p>
            <a:r>
              <a:rPr lang="en-VN" dirty="0"/>
              <a:t>Thanh ghi SFIOR</a:t>
            </a:r>
          </a:p>
        </p:txBody>
      </p:sp>
      <p:sp>
        <p:nvSpPr>
          <p:cNvPr id="4" name="Content Placeholder 3">
            <a:extLst>
              <a:ext uri="{FF2B5EF4-FFF2-40B4-BE49-F238E27FC236}">
                <a16:creationId xmlns:a16="http://schemas.microsoft.com/office/drawing/2014/main" id="{EC5BE7CF-5D6A-8A5B-8866-55E4B810CD06}"/>
              </a:ext>
            </a:extLst>
          </p:cNvPr>
          <p:cNvSpPr>
            <a:spLocks noGrp="1"/>
          </p:cNvSpPr>
          <p:nvPr>
            <p:ph idx="1"/>
          </p:nvPr>
        </p:nvSpPr>
        <p:spPr/>
        <p:txBody>
          <a:bodyPr/>
          <a:lstStyle/>
          <a:p>
            <a:r>
              <a:rPr lang="en-VN" dirty="0"/>
              <a:t>Bit7:5 – ADTS2:0 (ADC Auto Trigger Source): Bits chọn nguồn kích cho ADC.</a:t>
            </a:r>
          </a:p>
          <a:p>
            <a:pPr lvl="1"/>
            <a:r>
              <a:rPr lang="en-VN" dirty="0"/>
              <a:t>Nếu ADATE của ADCSRA phải gán bằng 1 thì mới có thể chọn nguồn kích cho quá trình chuyển đổi ADC. </a:t>
            </a:r>
          </a:p>
          <a:p>
            <a:pPr lvl="1"/>
            <a:r>
              <a:rPr lang="en-VN" dirty="0"/>
              <a:t>ADC bắt đầu chuyển đổi khi có sườn lên của tín hiệu kích hoạt.</a:t>
            </a:r>
          </a:p>
          <a:p>
            <a:pPr lvl="1"/>
            <a:r>
              <a:rPr lang="en-VN" dirty="0"/>
              <a:t>Đổi nguồn kích hoạt 0 -&gt; 1, việc đó sẽ tự tạo xung kích và bắt đầu chuyển đổi (ADEN=1)</a:t>
            </a:r>
          </a:p>
          <a:p>
            <a:pPr lvl="1"/>
            <a:r>
              <a:rPr lang="en-VN" dirty="0"/>
              <a:t>Free Running (ADTS = 0) sẽ không tự kích hoạt dù cờ ngắt đang tự đặt.</a:t>
            </a:r>
          </a:p>
        </p:txBody>
      </p:sp>
    </p:spTree>
    <p:extLst>
      <p:ext uri="{BB962C8B-B14F-4D97-AF65-F5344CB8AC3E}">
        <p14:creationId xmlns:p14="http://schemas.microsoft.com/office/powerpoint/2010/main" val="590525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049A5-5742-48EF-787A-1BCFD25090A3}"/>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B7550078-02EA-582E-FB9E-C6C31CB17F3F}"/>
              </a:ext>
            </a:extLst>
          </p:cNvPr>
          <p:cNvSpPr/>
          <p:nvPr/>
        </p:nvSpPr>
        <p:spPr>
          <a:xfrm>
            <a:off x="6980663" y="2441467"/>
            <a:ext cx="4895646" cy="2397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 name="Title 2">
            <a:extLst>
              <a:ext uri="{FF2B5EF4-FFF2-40B4-BE49-F238E27FC236}">
                <a16:creationId xmlns:a16="http://schemas.microsoft.com/office/drawing/2014/main" id="{05C357BC-1867-0C53-E060-B3AF58C23427}"/>
              </a:ext>
            </a:extLst>
          </p:cNvPr>
          <p:cNvSpPr>
            <a:spLocks noGrp="1"/>
          </p:cNvSpPr>
          <p:nvPr>
            <p:ph type="title"/>
          </p:nvPr>
        </p:nvSpPr>
        <p:spPr/>
        <p:txBody>
          <a:bodyPr/>
          <a:lstStyle/>
          <a:p>
            <a:r>
              <a:rPr lang="en-VN" dirty="0"/>
              <a:t>Thanh ghi SFIOR</a:t>
            </a:r>
          </a:p>
        </p:txBody>
      </p:sp>
      <p:sp>
        <p:nvSpPr>
          <p:cNvPr id="8" name="Content Placeholder 7">
            <a:extLst>
              <a:ext uri="{FF2B5EF4-FFF2-40B4-BE49-F238E27FC236}">
                <a16:creationId xmlns:a16="http://schemas.microsoft.com/office/drawing/2014/main" id="{2EB9EA38-A0AA-CB40-DFE9-ECF0A8533911}"/>
              </a:ext>
            </a:extLst>
          </p:cNvPr>
          <p:cNvSpPr>
            <a:spLocks noGrp="1"/>
          </p:cNvSpPr>
          <p:nvPr>
            <p:ph idx="1"/>
          </p:nvPr>
        </p:nvSpPr>
        <p:spPr>
          <a:xfrm>
            <a:off x="618661" y="853332"/>
            <a:ext cx="11105248" cy="5573700"/>
          </a:xfrm>
        </p:spPr>
        <p:txBody>
          <a:bodyPr/>
          <a:lstStyle/>
          <a:p>
            <a:r>
              <a:rPr lang="en-VN" dirty="0"/>
              <a:t>Các nguồn kích ADC trong chế độ Auto Trigger: </a:t>
            </a:r>
          </a:p>
        </p:txBody>
      </p:sp>
      <p:pic>
        <p:nvPicPr>
          <p:cNvPr id="7" name="Picture 6">
            <a:extLst>
              <a:ext uri="{FF2B5EF4-FFF2-40B4-BE49-F238E27FC236}">
                <a16:creationId xmlns:a16="http://schemas.microsoft.com/office/drawing/2014/main" id="{C6B4E87C-6C67-3FA0-39E3-071FCCEC0F31}"/>
              </a:ext>
            </a:extLst>
          </p:cNvPr>
          <p:cNvPicPr>
            <a:picLocks noChangeAspect="1"/>
          </p:cNvPicPr>
          <p:nvPr/>
        </p:nvPicPr>
        <p:blipFill>
          <a:blip r:embed="rId2"/>
          <a:stretch>
            <a:fillRect/>
          </a:stretch>
        </p:blipFill>
        <p:spPr>
          <a:xfrm>
            <a:off x="594519" y="2441467"/>
            <a:ext cx="5948338" cy="2397429"/>
          </a:xfrm>
          <a:prstGeom prst="rect">
            <a:avLst/>
          </a:prstGeom>
        </p:spPr>
      </p:pic>
      <p:sp>
        <p:nvSpPr>
          <p:cNvPr id="9" name="Content Placeholder 7">
            <a:extLst>
              <a:ext uri="{FF2B5EF4-FFF2-40B4-BE49-F238E27FC236}">
                <a16:creationId xmlns:a16="http://schemas.microsoft.com/office/drawing/2014/main" id="{0F3E89C3-B80E-6CB3-7E74-F08F0B52987A}"/>
              </a:ext>
            </a:extLst>
          </p:cNvPr>
          <p:cNvSpPr txBox="1">
            <a:spLocks/>
          </p:cNvSpPr>
          <p:nvPr/>
        </p:nvSpPr>
        <p:spPr>
          <a:xfrm>
            <a:off x="6565159" y="2441467"/>
            <a:ext cx="5311150" cy="2397430"/>
          </a:xfrm>
          <a:prstGeom prst="rect">
            <a:avLst/>
          </a:prstGeom>
        </p:spPr>
        <p:txBody>
          <a:bodyPr vert="horz" lIns="91440" tIns="45720" rIns="91440" bIns="45720" rtlCol="0">
            <a:normAutofit/>
          </a:bodyPr>
          <a:lstStyle>
            <a:lvl1pPr marL="228606" indent="-228606" algn="l" defTabSz="914423" rtl="0" eaLnBrk="1" latinLnBrk="0" hangingPunct="1">
              <a:lnSpc>
                <a:spcPct val="150000"/>
              </a:lnSpc>
              <a:spcBef>
                <a:spcPts val="1001"/>
              </a:spcBef>
              <a:buFont typeface="Arial" panose="020B0604020202020204" pitchFamily="34" charset="0"/>
              <a:buChar char="•"/>
              <a:defRPr sz="2400" kern="1200">
                <a:solidFill>
                  <a:schemeClr val="tx2">
                    <a:lumMod val="75000"/>
                  </a:schemeClr>
                </a:solidFill>
                <a:latin typeface="Arial" panose="020B0604020202020204" pitchFamily="34" charset="0"/>
                <a:ea typeface="+mn-ea"/>
                <a:cs typeface="Arial" panose="020B0604020202020204" pitchFamily="34" charset="0"/>
              </a:defRPr>
            </a:lvl1pPr>
            <a:lvl2pPr marL="742969" indent="-285757" algn="l" defTabSz="914423" rtl="0" eaLnBrk="1" latinLnBrk="0" hangingPunct="1">
              <a:lnSpc>
                <a:spcPct val="150000"/>
              </a:lnSpc>
              <a:spcBef>
                <a:spcPts val="500"/>
              </a:spcBef>
              <a:buFont typeface="Arial" panose="020B0604020202020204" pitchFamily="34" charset="0"/>
              <a:buChar char="‒"/>
              <a:defRPr sz="1801" kern="1200">
                <a:solidFill>
                  <a:schemeClr val="tx2">
                    <a:lumMod val="75000"/>
                  </a:schemeClr>
                </a:solidFill>
                <a:latin typeface="Arial" panose="020B0604020202020204" pitchFamily="34" charset="0"/>
                <a:ea typeface="+mn-ea"/>
                <a:cs typeface="Arial" panose="020B0604020202020204" pitchFamily="34" charset="0"/>
              </a:defRPr>
            </a:lvl2pPr>
            <a:lvl3pPr marL="1200180" indent="-285757" algn="l" defTabSz="914423" rtl="0" eaLnBrk="1" latinLnBrk="0" hangingPunct="1">
              <a:lnSpc>
                <a:spcPct val="150000"/>
              </a:lnSpc>
              <a:spcBef>
                <a:spcPts val="500"/>
              </a:spcBef>
              <a:buFont typeface="Courier New" panose="02070309020205020404" pitchFamily="49" charset="0"/>
              <a:buChar char="o"/>
              <a:defRPr sz="1600" kern="1200">
                <a:solidFill>
                  <a:schemeClr val="tx2">
                    <a:lumMod val="75000"/>
                  </a:schemeClr>
                </a:solidFill>
                <a:latin typeface="Arial" panose="020B0604020202020204" pitchFamily="34" charset="0"/>
                <a:ea typeface="+mn-ea"/>
                <a:cs typeface="Arial" panose="020B0604020202020204" pitchFamily="34" charset="0"/>
              </a:defRPr>
            </a:lvl3pPr>
            <a:lvl4pPr marL="1543088" indent="-171454" algn="l" defTabSz="914423" rtl="0" eaLnBrk="1" latinLnBrk="0" hangingPunct="1">
              <a:lnSpc>
                <a:spcPct val="150000"/>
              </a:lnSpc>
              <a:spcBef>
                <a:spcPts val="500"/>
              </a:spcBef>
              <a:buFont typeface="Wingdings" panose="05000000000000000000" pitchFamily="2" charset="2"/>
              <a:buChar char="§"/>
              <a:defRPr sz="1200" kern="1200">
                <a:solidFill>
                  <a:schemeClr val="tx2">
                    <a:lumMod val="75000"/>
                  </a:schemeClr>
                </a:solidFill>
                <a:latin typeface="Arial" panose="020B0604020202020204" pitchFamily="34" charset="0"/>
                <a:ea typeface="+mn-ea"/>
                <a:cs typeface="Arial" panose="020B0604020202020204" pitchFamily="34" charset="0"/>
              </a:defRPr>
            </a:lvl4pPr>
            <a:lvl5pPr marL="2057452" indent="-228606" algn="l" defTabSz="914423" rtl="0" eaLnBrk="1" latinLnBrk="0" hangingPunct="1">
              <a:lnSpc>
                <a:spcPct val="150000"/>
              </a:lnSpc>
              <a:spcBef>
                <a:spcPts val="500"/>
              </a:spcBef>
              <a:buFont typeface="Arial" panose="020B0604020202020204" pitchFamily="34" charset="0"/>
              <a:buChar char="•"/>
              <a:defRPr sz="1200" kern="1200">
                <a:solidFill>
                  <a:schemeClr val="tx2">
                    <a:lumMod val="75000"/>
                  </a:schemeClr>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457212" lvl="1" indent="0">
              <a:buNone/>
            </a:pPr>
            <a:r>
              <a:rPr lang="en-VN" dirty="0">
                <a:solidFill>
                  <a:schemeClr val="bg1"/>
                </a:solidFill>
              </a:rPr>
              <a:t>ADC tự động lặp liên tục. Sau khi hoàn thành 1 lần chuyển đổi, ngay lập tức thực hiện lần chuyển đổi tiếp theo. Dùng khi cần đọc liên tục giá trị cảm biến.</a:t>
            </a:r>
          </a:p>
          <a:p>
            <a:pPr lvl="2"/>
            <a:endParaRPr lang="en-VN" dirty="0"/>
          </a:p>
          <a:p>
            <a:pPr lvl="2"/>
            <a:endParaRPr lang="en-VN" dirty="0"/>
          </a:p>
        </p:txBody>
      </p:sp>
      <p:sp>
        <p:nvSpPr>
          <p:cNvPr id="10" name="Rectangle 9">
            <a:extLst>
              <a:ext uri="{FF2B5EF4-FFF2-40B4-BE49-F238E27FC236}">
                <a16:creationId xmlns:a16="http://schemas.microsoft.com/office/drawing/2014/main" id="{B8A356C2-8290-BE85-5A6D-C08954ED77E8}"/>
              </a:ext>
            </a:extLst>
          </p:cNvPr>
          <p:cNvSpPr/>
          <p:nvPr/>
        </p:nvSpPr>
        <p:spPr>
          <a:xfrm>
            <a:off x="640963" y="2732049"/>
            <a:ext cx="5847996" cy="2787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Slide Number Placeholder 1">
            <a:extLst>
              <a:ext uri="{FF2B5EF4-FFF2-40B4-BE49-F238E27FC236}">
                <a16:creationId xmlns:a16="http://schemas.microsoft.com/office/drawing/2014/main" id="{F3F25DB8-6ACA-8CCE-258E-542EA609A78C}"/>
              </a:ext>
            </a:extLst>
          </p:cNvPr>
          <p:cNvSpPr>
            <a:spLocks noGrp="1"/>
          </p:cNvSpPr>
          <p:nvPr>
            <p:ph type="sldNum" sz="quarter" idx="12"/>
          </p:nvPr>
        </p:nvSpPr>
        <p:spPr/>
        <p:txBody>
          <a:bodyPr/>
          <a:lstStyle/>
          <a:p>
            <a:fld id="{8C2E478F-E849-4A8C-AF1F-CBCC78A7CBFA}" type="slidenum">
              <a:rPr lang="en-US" smtClean="0"/>
              <a:t>26</a:t>
            </a:fld>
            <a:endParaRPr lang="en-US" dirty="0"/>
          </a:p>
        </p:txBody>
      </p:sp>
    </p:spTree>
    <p:extLst>
      <p:ext uri="{BB962C8B-B14F-4D97-AF65-F5344CB8AC3E}">
        <p14:creationId xmlns:p14="http://schemas.microsoft.com/office/powerpoint/2010/main" val="631053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FADCB-B81C-82C8-AF4A-FD5DD13CC94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5D24E2-44BB-73BC-921C-3691F975EABD}"/>
              </a:ext>
            </a:extLst>
          </p:cNvPr>
          <p:cNvSpPr>
            <a:spLocks noGrp="1"/>
          </p:cNvSpPr>
          <p:nvPr>
            <p:ph type="sldNum" sz="quarter" idx="12"/>
          </p:nvPr>
        </p:nvSpPr>
        <p:spPr/>
        <p:txBody>
          <a:bodyPr/>
          <a:lstStyle/>
          <a:p>
            <a:fld id="{8C2E478F-E849-4A8C-AF1F-CBCC78A7CBFA}" type="slidenum">
              <a:rPr lang="en-US" smtClean="0"/>
              <a:t>27</a:t>
            </a:fld>
            <a:endParaRPr lang="en-US" dirty="0"/>
          </a:p>
        </p:txBody>
      </p:sp>
      <p:sp>
        <p:nvSpPr>
          <p:cNvPr id="3" name="Title 2">
            <a:extLst>
              <a:ext uri="{FF2B5EF4-FFF2-40B4-BE49-F238E27FC236}">
                <a16:creationId xmlns:a16="http://schemas.microsoft.com/office/drawing/2014/main" id="{75F5BB48-C7CD-6144-DAF8-3FC0A98F4F57}"/>
              </a:ext>
            </a:extLst>
          </p:cNvPr>
          <p:cNvSpPr>
            <a:spLocks noGrp="1"/>
          </p:cNvSpPr>
          <p:nvPr>
            <p:ph type="title"/>
          </p:nvPr>
        </p:nvSpPr>
        <p:spPr/>
        <p:txBody>
          <a:bodyPr/>
          <a:lstStyle/>
          <a:p>
            <a:r>
              <a:rPr lang="en-VN" dirty="0"/>
              <a:t>Thanh ghi SFIOR</a:t>
            </a:r>
          </a:p>
        </p:txBody>
      </p:sp>
      <p:sp>
        <p:nvSpPr>
          <p:cNvPr id="8" name="Content Placeholder 7">
            <a:extLst>
              <a:ext uri="{FF2B5EF4-FFF2-40B4-BE49-F238E27FC236}">
                <a16:creationId xmlns:a16="http://schemas.microsoft.com/office/drawing/2014/main" id="{669F5D3B-EA50-0D6F-28FD-EFF50CBB06C1}"/>
              </a:ext>
            </a:extLst>
          </p:cNvPr>
          <p:cNvSpPr>
            <a:spLocks noGrp="1"/>
          </p:cNvSpPr>
          <p:nvPr>
            <p:ph idx="1"/>
          </p:nvPr>
        </p:nvSpPr>
        <p:spPr>
          <a:xfrm>
            <a:off x="618661" y="853332"/>
            <a:ext cx="11105248" cy="5573700"/>
          </a:xfrm>
        </p:spPr>
        <p:txBody>
          <a:bodyPr/>
          <a:lstStyle/>
          <a:p>
            <a:r>
              <a:rPr lang="en-VN" dirty="0"/>
              <a:t>SFIOR(Special FunctionIO Register):</a:t>
            </a:r>
          </a:p>
          <a:p>
            <a:pPr lvl="1"/>
            <a:r>
              <a:rPr lang="en-VN" dirty="0"/>
              <a:t>Các nguồn kích ADC trong chế độ Auto Trigger: </a:t>
            </a:r>
          </a:p>
        </p:txBody>
      </p:sp>
      <p:pic>
        <p:nvPicPr>
          <p:cNvPr id="7" name="Picture 6">
            <a:extLst>
              <a:ext uri="{FF2B5EF4-FFF2-40B4-BE49-F238E27FC236}">
                <a16:creationId xmlns:a16="http://schemas.microsoft.com/office/drawing/2014/main" id="{C455A68D-942E-88B5-B74D-FFA5CF0CC8C8}"/>
              </a:ext>
            </a:extLst>
          </p:cNvPr>
          <p:cNvPicPr>
            <a:picLocks noChangeAspect="1"/>
          </p:cNvPicPr>
          <p:nvPr/>
        </p:nvPicPr>
        <p:blipFill>
          <a:blip r:embed="rId2"/>
          <a:stretch>
            <a:fillRect/>
          </a:stretch>
        </p:blipFill>
        <p:spPr>
          <a:xfrm>
            <a:off x="594519" y="2441467"/>
            <a:ext cx="5948338" cy="2397429"/>
          </a:xfrm>
          <a:prstGeom prst="rect">
            <a:avLst/>
          </a:prstGeom>
        </p:spPr>
      </p:pic>
      <p:sp>
        <p:nvSpPr>
          <p:cNvPr id="6" name="Rounded Rectangle 5">
            <a:extLst>
              <a:ext uri="{FF2B5EF4-FFF2-40B4-BE49-F238E27FC236}">
                <a16:creationId xmlns:a16="http://schemas.microsoft.com/office/drawing/2014/main" id="{9E290CF1-A1AB-9668-0582-8FCFFAF0AB09}"/>
              </a:ext>
            </a:extLst>
          </p:cNvPr>
          <p:cNvSpPr/>
          <p:nvPr/>
        </p:nvSpPr>
        <p:spPr>
          <a:xfrm>
            <a:off x="6980663" y="2441467"/>
            <a:ext cx="4895646" cy="2397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Content Placeholder 7">
            <a:extLst>
              <a:ext uri="{FF2B5EF4-FFF2-40B4-BE49-F238E27FC236}">
                <a16:creationId xmlns:a16="http://schemas.microsoft.com/office/drawing/2014/main" id="{17C034D2-C64C-4920-92D3-2780DE941BF4}"/>
              </a:ext>
            </a:extLst>
          </p:cNvPr>
          <p:cNvSpPr txBox="1">
            <a:spLocks/>
          </p:cNvSpPr>
          <p:nvPr/>
        </p:nvSpPr>
        <p:spPr>
          <a:xfrm>
            <a:off x="6542857" y="2441467"/>
            <a:ext cx="5333452" cy="2397430"/>
          </a:xfrm>
          <a:prstGeom prst="rect">
            <a:avLst/>
          </a:prstGeom>
        </p:spPr>
        <p:txBody>
          <a:bodyPr vert="horz" lIns="91440" tIns="45720" rIns="91440" bIns="45720" rtlCol="0">
            <a:normAutofit/>
          </a:bodyPr>
          <a:lstStyle>
            <a:lvl1pPr marL="228606" indent="-228606" algn="l" defTabSz="914423" rtl="0" eaLnBrk="1" latinLnBrk="0" hangingPunct="1">
              <a:lnSpc>
                <a:spcPct val="150000"/>
              </a:lnSpc>
              <a:spcBef>
                <a:spcPts val="1001"/>
              </a:spcBef>
              <a:buFont typeface="Arial" panose="020B0604020202020204" pitchFamily="34" charset="0"/>
              <a:buChar char="•"/>
              <a:defRPr sz="2400" kern="1200">
                <a:solidFill>
                  <a:schemeClr val="tx2">
                    <a:lumMod val="75000"/>
                  </a:schemeClr>
                </a:solidFill>
                <a:latin typeface="Arial" panose="020B0604020202020204" pitchFamily="34" charset="0"/>
                <a:ea typeface="+mn-ea"/>
                <a:cs typeface="Arial" panose="020B0604020202020204" pitchFamily="34" charset="0"/>
              </a:defRPr>
            </a:lvl1pPr>
            <a:lvl2pPr marL="742969" indent="-285757" algn="l" defTabSz="914423" rtl="0" eaLnBrk="1" latinLnBrk="0" hangingPunct="1">
              <a:lnSpc>
                <a:spcPct val="150000"/>
              </a:lnSpc>
              <a:spcBef>
                <a:spcPts val="500"/>
              </a:spcBef>
              <a:buFont typeface="Arial" panose="020B0604020202020204" pitchFamily="34" charset="0"/>
              <a:buChar char="‒"/>
              <a:defRPr sz="1801" kern="1200">
                <a:solidFill>
                  <a:schemeClr val="tx2">
                    <a:lumMod val="75000"/>
                  </a:schemeClr>
                </a:solidFill>
                <a:latin typeface="Arial" panose="020B0604020202020204" pitchFamily="34" charset="0"/>
                <a:ea typeface="+mn-ea"/>
                <a:cs typeface="Arial" panose="020B0604020202020204" pitchFamily="34" charset="0"/>
              </a:defRPr>
            </a:lvl2pPr>
            <a:lvl3pPr marL="1200180" indent="-285757" algn="l" defTabSz="914423" rtl="0" eaLnBrk="1" latinLnBrk="0" hangingPunct="1">
              <a:lnSpc>
                <a:spcPct val="150000"/>
              </a:lnSpc>
              <a:spcBef>
                <a:spcPts val="500"/>
              </a:spcBef>
              <a:buFont typeface="Courier New" panose="02070309020205020404" pitchFamily="49" charset="0"/>
              <a:buChar char="o"/>
              <a:defRPr sz="1600" kern="1200">
                <a:solidFill>
                  <a:schemeClr val="tx2">
                    <a:lumMod val="75000"/>
                  </a:schemeClr>
                </a:solidFill>
                <a:latin typeface="Arial" panose="020B0604020202020204" pitchFamily="34" charset="0"/>
                <a:ea typeface="+mn-ea"/>
                <a:cs typeface="Arial" panose="020B0604020202020204" pitchFamily="34" charset="0"/>
              </a:defRPr>
            </a:lvl3pPr>
            <a:lvl4pPr marL="1543088" indent="-171454" algn="l" defTabSz="914423" rtl="0" eaLnBrk="1" latinLnBrk="0" hangingPunct="1">
              <a:lnSpc>
                <a:spcPct val="150000"/>
              </a:lnSpc>
              <a:spcBef>
                <a:spcPts val="500"/>
              </a:spcBef>
              <a:buFont typeface="Wingdings" panose="05000000000000000000" pitchFamily="2" charset="2"/>
              <a:buChar char="§"/>
              <a:defRPr sz="1200" kern="1200">
                <a:solidFill>
                  <a:schemeClr val="tx2">
                    <a:lumMod val="75000"/>
                  </a:schemeClr>
                </a:solidFill>
                <a:latin typeface="Arial" panose="020B0604020202020204" pitchFamily="34" charset="0"/>
                <a:ea typeface="+mn-ea"/>
                <a:cs typeface="Arial" panose="020B0604020202020204" pitchFamily="34" charset="0"/>
              </a:defRPr>
            </a:lvl4pPr>
            <a:lvl5pPr marL="2057452" indent="-228606" algn="l" defTabSz="914423" rtl="0" eaLnBrk="1" latinLnBrk="0" hangingPunct="1">
              <a:lnSpc>
                <a:spcPct val="150000"/>
              </a:lnSpc>
              <a:spcBef>
                <a:spcPts val="500"/>
              </a:spcBef>
              <a:buFont typeface="Arial" panose="020B0604020202020204" pitchFamily="34" charset="0"/>
              <a:buChar char="•"/>
              <a:defRPr sz="1200" kern="1200">
                <a:solidFill>
                  <a:schemeClr val="tx2">
                    <a:lumMod val="75000"/>
                  </a:schemeClr>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457212" lvl="1" indent="0">
              <a:buNone/>
            </a:pPr>
            <a:r>
              <a:rPr lang="en-VN" dirty="0">
                <a:solidFill>
                  <a:schemeClr val="bg1"/>
                </a:solidFill>
              </a:rPr>
              <a:t>ADC bắt đầu so sánh khi bộ chuyển đổi tương tự (Analog Comparator).  </a:t>
            </a:r>
            <a:r>
              <a:rPr lang="en-US" dirty="0">
                <a:solidFill>
                  <a:schemeClr val="bg1"/>
                </a:solidFill>
              </a:rPr>
              <a:t>T</a:t>
            </a:r>
            <a:r>
              <a:rPr lang="en-VN" dirty="0">
                <a:solidFill>
                  <a:schemeClr val="bg1"/>
                </a:solidFill>
              </a:rPr>
              <a:t>ạo tính hiệu kích hoạt, so sánh giữa 2 chân AIN0 và AIN1 (PB2 và PB3).</a:t>
            </a:r>
          </a:p>
          <a:p>
            <a:pPr marL="457212" lvl="1" indent="0">
              <a:buNone/>
            </a:pPr>
            <a:endParaRPr lang="en-VN" dirty="0">
              <a:solidFill>
                <a:schemeClr val="bg1"/>
              </a:solidFill>
            </a:endParaRPr>
          </a:p>
          <a:p>
            <a:pPr lvl="2"/>
            <a:endParaRPr lang="en-VN" dirty="0">
              <a:solidFill>
                <a:schemeClr val="bg1"/>
              </a:solidFill>
            </a:endParaRPr>
          </a:p>
          <a:p>
            <a:pPr lvl="2"/>
            <a:endParaRPr lang="en-VN" dirty="0">
              <a:solidFill>
                <a:schemeClr val="bg1"/>
              </a:solidFill>
            </a:endParaRPr>
          </a:p>
        </p:txBody>
      </p:sp>
      <p:sp>
        <p:nvSpPr>
          <p:cNvPr id="10" name="Rectangle 9">
            <a:extLst>
              <a:ext uri="{FF2B5EF4-FFF2-40B4-BE49-F238E27FC236}">
                <a16:creationId xmlns:a16="http://schemas.microsoft.com/office/drawing/2014/main" id="{CD633744-09F1-B69E-2AF4-D6F264F3B9BB}"/>
              </a:ext>
            </a:extLst>
          </p:cNvPr>
          <p:cNvSpPr/>
          <p:nvPr/>
        </p:nvSpPr>
        <p:spPr>
          <a:xfrm>
            <a:off x="640963" y="2988522"/>
            <a:ext cx="5847996" cy="2787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186008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1DFA2-3D0C-CA93-E23E-E136A0F5E90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8FB113-1928-3F39-69C9-DD1A8B7D8026}"/>
              </a:ext>
            </a:extLst>
          </p:cNvPr>
          <p:cNvSpPr>
            <a:spLocks noGrp="1"/>
          </p:cNvSpPr>
          <p:nvPr>
            <p:ph type="sldNum" sz="quarter" idx="12"/>
          </p:nvPr>
        </p:nvSpPr>
        <p:spPr/>
        <p:txBody>
          <a:bodyPr/>
          <a:lstStyle/>
          <a:p>
            <a:fld id="{8C2E478F-E849-4A8C-AF1F-CBCC78A7CBFA}" type="slidenum">
              <a:rPr lang="en-US" smtClean="0"/>
              <a:t>28</a:t>
            </a:fld>
            <a:endParaRPr lang="en-US" dirty="0"/>
          </a:p>
        </p:txBody>
      </p:sp>
      <p:sp>
        <p:nvSpPr>
          <p:cNvPr id="3" name="Title 2">
            <a:extLst>
              <a:ext uri="{FF2B5EF4-FFF2-40B4-BE49-F238E27FC236}">
                <a16:creationId xmlns:a16="http://schemas.microsoft.com/office/drawing/2014/main" id="{4C07F461-E737-926F-2763-CC17D329FCFB}"/>
              </a:ext>
            </a:extLst>
          </p:cNvPr>
          <p:cNvSpPr>
            <a:spLocks noGrp="1"/>
          </p:cNvSpPr>
          <p:nvPr>
            <p:ph type="title"/>
          </p:nvPr>
        </p:nvSpPr>
        <p:spPr/>
        <p:txBody>
          <a:bodyPr/>
          <a:lstStyle/>
          <a:p>
            <a:r>
              <a:rPr lang="en-VN" dirty="0"/>
              <a:t>Thanh ghi SFIOR</a:t>
            </a:r>
          </a:p>
        </p:txBody>
      </p:sp>
      <p:sp>
        <p:nvSpPr>
          <p:cNvPr id="8" name="Content Placeholder 7">
            <a:extLst>
              <a:ext uri="{FF2B5EF4-FFF2-40B4-BE49-F238E27FC236}">
                <a16:creationId xmlns:a16="http://schemas.microsoft.com/office/drawing/2014/main" id="{02BC2BE1-898F-6490-AD2F-ADC30A37B1FE}"/>
              </a:ext>
            </a:extLst>
          </p:cNvPr>
          <p:cNvSpPr>
            <a:spLocks noGrp="1"/>
          </p:cNvSpPr>
          <p:nvPr>
            <p:ph idx="1"/>
          </p:nvPr>
        </p:nvSpPr>
        <p:spPr>
          <a:xfrm>
            <a:off x="618661" y="853332"/>
            <a:ext cx="11105248" cy="5573700"/>
          </a:xfrm>
        </p:spPr>
        <p:txBody>
          <a:bodyPr/>
          <a:lstStyle/>
          <a:p>
            <a:r>
              <a:rPr lang="en-VN" dirty="0"/>
              <a:t>Các nguồn kích ADC trong chế độ Auto Trigger: </a:t>
            </a:r>
          </a:p>
        </p:txBody>
      </p:sp>
      <p:pic>
        <p:nvPicPr>
          <p:cNvPr id="7" name="Picture 6">
            <a:extLst>
              <a:ext uri="{FF2B5EF4-FFF2-40B4-BE49-F238E27FC236}">
                <a16:creationId xmlns:a16="http://schemas.microsoft.com/office/drawing/2014/main" id="{0BFD443F-ABEA-331E-6C35-1761B1AA56E4}"/>
              </a:ext>
            </a:extLst>
          </p:cNvPr>
          <p:cNvPicPr>
            <a:picLocks noChangeAspect="1"/>
          </p:cNvPicPr>
          <p:nvPr/>
        </p:nvPicPr>
        <p:blipFill>
          <a:blip r:embed="rId2"/>
          <a:stretch>
            <a:fillRect/>
          </a:stretch>
        </p:blipFill>
        <p:spPr>
          <a:xfrm>
            <a:off x="594519" y="2441467"/>
            <a:ext cx="5948338" cy="2397429"/>
          </a:xfrm>
          <a:prstGeom prst="rect">
            <a:avLst/>
          </a:prstGeom>
        </p:spPr>
      </p:pic>
      <p:sp>
        <p:nvSpPr>
          <p:cNvPr id="4" name="Rounded Rectangle 3">
            <a:extLst>
              <a:ext uri="{FF2B5EF4-FFF2-40B4-BE49-F238E27FC236}">
                <a16:creationId xmlns:a16="http://schemas.microsoft.com/office/drawing/2014/main" id="{AAAAD180-5B8C-4444-910F-C160765FDCAF}"/>
              </a:ext>
            </a:extLst>
          </p:cNvPr>
          <p:cNvSpPr/>
          <p:nvPr/>
        </p:nvSpPr>
        <p:spPr>
          <a:xfrm>
            <a:off x="6980663" y="2441467"/>
            <a:ext cx="4895646" cy="2397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Content Placeholder 7">
            <a:extLst>
              <a:ext uri="{FF2B5EF4-FFF2-40B4-BE49-F238E27FC236}">
                <a16:creationId xmlns:a16="http://schemas.microsoft.com/office/drawing/2014/main" id="{9B6D7A83-830A-5500-23A6-4927510048F1}"/>
              </a:ext>
            </a:extLst>
          </p:cNvPr>
          <p:cNvSpPr txBox="1">
            <a:spLocks/>
          </p:cNvSpPr>
          <p:nvPr/>
        </p:nvSpPr>
        <p:spPr>
          <a:xfrm>
            <a:off x="6542857" y="2441467"/>
            <a:ext cx="5333452" cy="2397430"/>
          </a:xfrm>
          <a:prstGeom prst="rect">
            <a:avLst/>
          </a:prstGeom>
        </p:spPr>
        <p:txBody>
          <a:bodyPr vert="horz" lIns="91440" tIns="45720" rIns="91440" bIns="45720" rtlCol="0">
            <a:normAutofit/>
          </a:bodyPr>
          <a:lstStyle>
            <a:lvl1pPr marL="228606" indent="-228606" algn="l" defTabSz="914423" rtl="0" eaLnBrk="1" latinLnBrk="0" hangingPunct="1">
              <a:lnSpc>
                <a:spcPct val="150000"/>
              </a:lnSpc>
              <a:spcBef>
                <a:spcPts val="1001"/>
              </a:spcBef>
              <a:buFont typeface="Arial" panose="020B0604020202020204" pitchFamily="34" charset="0"/>
              <a:buChar char="•"/>
              <a:defRPr sz="2400" kern="1200">
                <a:solidFill>
                  <a:schemeClr val="tx2">
                    <a:lumMod val="75000"/>
                  </a:schemeClr>
                </a:solidFill>
                <a:latin typeface="Arial" panose="020B0604020202020204" pitchFamily="34" charset="0"/>
                <a:ea typeface="+mn-ea"/>
                <a:cs typeface="Arial" panose="020B0604020202020204" pitchFamily="34" charset="0"/>
              </a:defRPr>
            </a:lvl1pPr>
            <a:lvl2pPr marL="742969" indent="-285757" algn="l" defTabSz="914423" rtl="0" eaLnBrk="1" latinLnBrk="0" hangingPunct="1">
              <a:lnSpc>
                <a:spcPct val="150000"/>
              </a:lnSpc>
              <a:spcBef>
                <a:spcPts val="500"/>
              </a:spcBef>
              <a:buFont typeface="Arial" panose="020B0604020202020204" pitchFamily="34" charset="0"/>
              <a:buChar char="‒"/>
              <a:defRPr sz="1801" kern="1200">
                <a:solidFill>
                  <a:schemeClr val="tx2">
                    <a:lumMod val="75000"/>
                  </a:schemeClr>
                </a:solidFill>
                <a:latin typeface="Arial" panose="020B0604020202020204" pitchFamily="34" charset="0"/>
                <a:ea typeface="+mn-ea"/>
                <a:cs typeface="Arial" panose="020B0604020202020204" pitchFamily="34" charset="0"/>
              </a:defRPr>
            </a:lvl2pPr>
            <a:lvl3pPr marL="1200180" indent="-285757" algn="l" defTabSz="914423" rtl="0" eaLnBrk="1" latinLnBrk="0" hangingPunct="1">
              <a:lnSpc>
                <a:spcPct val="150000"/>
              </a:lnSpc>
              <a:spcBef>
                <a:spcPts val="500"/>
              </a:spcBef>
              <a:buFont typeface="Courier New" panose="02070309020205020404" pitchFamily="49" charset="0"/>
              <a:buChar char="o"/>
              <a:defRPr sz="1600" kern="1200">
                <a:solidFill>
                  <a:schemeClr val="tx2">
                    <a:lumMod val="75000"/>
                  </a:schemeClr>
                </a:solidFill>
                <a:latin typeface="Arial" panose="020B0604020202020204" pitchFamily="34" charset="0"/>
                <a:ea typeface="+mn-ea"/>
                <a:cs typeface="Arial" panose="020B0604020202020204" pitchFamily="34" charset="0"/>
              </a:defRPr>
            </a:lvl3pPr>
            <a:lvl4pPr marL="1543088" indent="-171454" algn="l" defTabSz="914423" rtl="0" eaLnBrk="1" latinLnBrk="0" hangingPunct="1">
              <a:lnSpc>
                <a:spcPct val="150000"/>
              </a:lnSpc>
              <a:spcBef>
                <a:spcPts val="500"/>
              </a:spcBef>
              <a:buFont typeface="Wingdings" panose="05000000000000000000" pitchFamily="2" charset="2"/>
              <a:buChar char="§"/>
              <a:defRPr sz="1200" kern="1200">
                <a:solidFill>
                  <a:schemeClr val="tx2">
                    <a:lumMod val="75000"/>
                  </a:schemeClr>
                </a:solidFill>
                <a:latin typeface="Arial" panose="020B0604020202020204" pitchFamily="34" charset="0"/>
                <a:ea typeface="+mn-ea"/>
                <a:cs typeface="Arial" panose="020B0604020202020204" pitchFamily="34" charset="0"/>
              </a:defRPr>
            </a:lvl4pPr>
            <a:lvl5pPr marL="2057452" indent="-228606" algn="l" defTabSz="914423" rtl="0" eaLnBrk="1" latinLnBrk="0" hangingPunct="1">
              <a:lnSpc>
                <a:spcPct val="150000"/>
              </a:lnSpc>
              <a:spcBef>
                <a:spcPts val="500"/>
              </a:spcBef>
              <a:buFont typeface="Arial" panose="020B0604020202020204" pitchFamily="34" charset="0"/>
              <a:buChar char="•"/>
              <a:defRPr sz="1200" kern="1200">
                <a:solidFill>
                  <a:schemeClr val="tx2">
                    <a:lumMod val="75000"/>
                  </a:schemeClr>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457212" lvl="1" indent="0">
              <a:buNone/>
            </a:pPr>
            <a:r>
              <a:rPr lang="en-VN" dirty="0">
                <a:solidFill>
                  <a:schemeClr val="bg1"/>
                </a:solidFill>
              </a:rPr>
              <a:t>ADC </a:t>
            </a:r>
            <a:r>
              <a:rPr lang="vi-VN" dirty="0">
                <a:solidFill>
                  <a:schemeClr val="bg1"/>
                </a:solidFill>
              </a:rPr>
              <a:t>bắt đầu chuyển đổi khi có ngắt ngoài INT0. Tín hiệu thay đổi ở chân PD2 mặc định. </a:t>
            </a:r>
            <a:endParaRPr lang="en-VN" dirty="0">
              <a:solidFill>
                <a:schemeClr val="bg1"/>
              </a:solidFill>
            </a:endParaRPr>
          </a:p>
          <a:p>
            <a:pPr marL="457212" lvl="1" indent="0">
              <a:buNone/>
            </a:pPr>
            <a:endParaRPr lang="en-VN" dirty="0">
              <a:solidFill>
                <a:schemeClr val="bg1"/>
              </a:solidFill>
            </a:endParaRPr>
          </a:p>
          <a:p>
            <a:pPr lvl="2"/>
            <a:endParaRPr lang="en-VN" dirty="0">
              <a:solidFill>
                <a:schemeClr val="bg1"/>
              </a:solidFill>
            </a:endParaRPr>
          </a:p>
          <a:p>
            <a:pPr lvl="2"/>
            <a:endParaRPr lang="en-VN" dirty="0">
              <a:solidFill>
                <a:schemeClr val="bg1"/>
              </a:solidFill>
            </a:endParaRPr>
          </a:p>
        </p:txBody>
      </p:sp>
      <p:sp>
        <p:nvSpPr>
          <p:cNvPr id="10" name="Rectangle 9">
            <a:extLst>
              <a:ext uri="{FF2B5EF4-FFF2-40B4-BE49-F238E27FC236}">
                <a16:creationId xmlns:a16="http://schemas.microsoft.com/office/drawing/2014/main" id="{0B24F357-1B02-9258-54C5-38348F1E1D3B}"/>
              </a:ext>
            </a:extLst>
          </p:cNvPr>
          <p:cNvSpPr/>
          <p:nvPr/>
        </p:nvSpPr>
        <p:spPr>
          <a:xfrm>
            <a:off x="640963" y="3256146"/>
            <a:ext cx="5847996" cy="2787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079588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B36D9-093A-C0D9-2137-9571979783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822DDB-25A2-AD4E-165C-084C97747357}"/>
              </a:ext>
            </a:extLst>
          </p:cNvPr>
          <p:cNvSpPr>
            <a:spLocks noGrp="1"/>
          </p:cNvSpPr>
          <p:nvPr>
            <p:ph type="sldNum" sz="quarter" idx="12"/>
          </p:nvPr>
        </p:nvSpPr>
        <p:spPr/>
        <p:txBody>
          <a:bodyPr/>
          <a:lstStyle/>
          <a:p>
            <a:fld id="{8C2E478F-E849-4A8C-AF1F-CBCC78A7CBFA}" type="slidenum">
              <a:rPr lang="en-US" smtClean="0"/>
              <a:t>29</a:t>
            </a:fld>
            <a:endParaRPr lang="en-US" dirty="0"/>
          </a:p>
        </p:txBody>
      </p:sp>
      <p:sp>
        <p:nvSpPr>
          <p:cNvPr id="3" name="Title 2">
            <a:extLst>
              <a:ext uri="{FF2B5EF4-FFF2-40B4-BE49-F238E27FC236}">
                <a16:creationId xmlns:a16="http://schemas.microsoft.com/office/drawing/2014/main" id="{7F8536A7-1E29-1D61-48D1-ABF73A1A0DCC}"/>
              </a:ext>
            </a:extLst>
          </p:cNvPr>
          <p:cNvSpPr>
            <a:spLocks noGrp="1"/>
          </p:cNvSpPr>
          <p:nvPr>
            <p:ph type="title"/>
          </p:nvPr>
        </p:nvSpPr>
        <p:spPr/>
        <p:txBody>
          <a:bodyPr/>
          <a:lstStyle/>
          <a:p>
            <a:r>
              <a:rPr lang="en-VN" dirty="0"/>
              <a:t>Thanh ghi SFIOR</a:t>
            </a:r>
          </a:p>
        </p:txBody>
      </p:sp>
      <p:sp>
        <p:nvSpPr>
          <p:cNvPr id="8" name="Content Placeholder 7">
            <a:extLst>
              <a:ext uri="{FF2B5EF4-FFF2-40B4-BE49-F238E27FC236}">
                <a16:creationId xmlns:a16="http://schemas.microsoft.com/office/drawing/2014/main" id="{924A5D4B-89C6-60AE-E3BC-CF22E0AAEDCD}"/>
              </a:ext>
            </a:extLst>
          </p:cNvPr>
          <p:cNvSpPr>
            <a:spLocks noGrp="1"/>
          </p:cNvSpPr>
          <p:nvPr>
            <p:ph idx="1"/>
          </p:nvPr>
        </p:nvSpPr>
        <p:spPr>
          <a:xfrm>
            <a:off x="618661" y="853332"/>
            <a:ext cx="11105248" cy="5573700"/>
          </a:xfrm>
        </p:spPr>
        <p:txBody>
          <a:bodyPr/>
          <a:lstStyle/>
          <a:p>
            <a:r>
              <a:rPr lang="en-VN" dirty="0"/>
              <a:t>Các nguồn kích ADC trong chế độ Auto Trigger: </a:t>
            </a:r>
          </a:p>
        </p:txBody>
      </p:sp>
      <p:pic>
        <p:nvPicPr>
          <p:cNvPr id="7" name="Picture 6">
            <a:extLst>
              <a:ext uri="{FF2B5EF4-FFF2-40B4-BE49-F238E27FC236}">
                <a16:creationId xmlns:a16="http://schemas.microsoft.com/office/drawing/2014/main" id="{B100CCA2-A898-1042-82FC-BB2A6CE79522}"/>
              </a:ext>
            </a:extLst>
          </p:cNvPr>
          <p:cNvPicPr>
            <a:picLocks noChangeAspect="1"/>
          </p:cNvPicPr>
          <p:nvPr/>
        </p:nvPicPr>
        <p:blipFill>
          <a:blip r:embed="rId2"/>
          <a:stretch>
            <a:fillRect/>
          </a:stretch>
        </p:blipFill>
        <p:spPr>
          <a:xfrm>
            <a:off x="594519" y="2441467"/>
            <a:ext cx="5948338" cy="2397429"/>
          </a:xfrm>
          <a:prstGeom prst="rect">
            <a:avLst/>
          </a:prstGeom>
        </p:spPr>
      </p:pic>
      <p:sp>
        <p:nvSpPr>
          <p:cNvPr id="4" name="Rounded Rectangle 3">
            <a:extLst>
              <a:ext uri="{FF2B5EF4-FFF2-40B4-BE49-F238E27FC236}">
                <a16:creationId xmlns:a16="http://schemas.microsoft.com/office/drawing/2014/main" id="{DCB80964-2980-CBEC-AE44-941AFF033B63}"/>
              </a:ext>
            </a:extLst>
          </p:cNvPr>
          <p:cNvSpPr/>
          <p:nvPr/>
        </p:nvSpPr>
        <p:spPr>
          <a:xfrm>
            <a:off x="6980663" y="2441467"/>
            <a:ext cx="4895646" cy="2397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Content Placeholder 7">
            <a:extLst>
              <a:ext uri="{FF2B5EF4-FFF2-40B4-BE49-F238E27FC236}">
                <a16:creationId xmlns:a16="http://schemas.microsoft.com/office/drawing/2014/main" id="{F8D76E0A-C43C-C711-70AC-D4BCCAB0727E}"/>
              </a:ext>
            </a:extLst>
          </p:cNvPr>
          <p:cNvSpPr txBox="1">
            <a:spLocks/>
          </p:cNvSpPr>
          <p:nvPr/>
        </p:nvSpPr>
        <p:spPr>
          <a:xfrm>
            <a:off x="6542857" y="2441467"/>
            <a:ext cx="5333452" cy="2397430"/>
          </a:xfrm>
          <a:prstGeom prst="rect">
            <a:avLst/>
          </a:prstGeom>
        </p:spPr>
        <p:txBody>
          <a:bodyPr vert="horz" lIns="91440" tIns="45720" rIns="91440" bIns="45720" rtlCol="0">
            <a:normAutofit/>
          </a:bodyPr>
          <a:lstStyle>
            <a:lvl1pPr marL="228606" indent="-228606" algn="l" defTabSz="914423" rtl="0" eaLnBrk="1" latinLnBrk="0" hangingPunct="1">
              <a:lnSpc>
                <a:spcPct val="150000"/>
              </a:lnSpc>
              <a:spcBef>
                <a:spcPts val="1001"/>
              </a:spcBef>
              <a:buFont typeface="Arial" panose="020B0604020202020204" pitchFamily="34" charset="0"/>
              <a:buChar char="•"/>
              <a:defRPr sz="2400" kern="1200">
                <a:solidFill>
                  <a:schemeClr val="tx2">
                    <a:lumMod val="75000"/>
                  </a:schemeClr>
                </a:solidFill>
                <a:latin typeface="Arial" panose="020B0604020202020204" pitchFamily="34" charset="0"/>
                <a:ea typeface="+mn-ea"/>
                <a:cs typeface="Arial" panose="020B0604020202020204" pitchFamily="34" charset="0"/>
              </a:defRPr>
            </a:lvl1pPr>
            <a:lvl2pPr marL="742969" indent="-285757" algn="l" defTabSz="914423" rtl="0" eaLnBrk="1" latinLnBrk="0" hangingPunct="1">
              <a:lnSpc>
                <a:spcPct val="150000"/>
              </a:lnSpc>
              <a:spcBef>
                <a:spcPts val="500"/>
              </a:spcBef>
              <a:buFont typeface="Arial" panose="020B0604020202020204" pitchFamily="34" charset="0"/>
              <a:buChar char="‒"/>
              <a:defRPr sz="1801" kern="1200">
                <a:solidFill>
                  <a:schemeClr val="tx2">
                    <a:lumMod val="75000"/>
                  </a:schemeClr>
                </a:solidFill>
                <a:latin typeface="Arial" panose="020B0604020202020204" pitchFamily="34" charset="0"/>
                <a:ea typeface="+mn-ea"/>
                <a:cs typeface="Arial" panose="020B0604020202020204" pitchFamily="34" charset="0"/>
              </a:defRPr>
            </a:lvl2pPr>
            <a:lvl3pPr marL="1200180" indent="-285757" algn="l" defTabSz="914423" rtl="0" eaLnBrk="1" latinLnBrk="0" hangingPunct="1">
              <a:lnSpc>
                <a:spcPct val="150000"/>
              </a:lnSpc>
              <a:spcBef>
                <a:spcPts val="500"/>
              </a:spcBef>
              <a:buFont typeface="Courier New" panose="02070309020205020404" pitchFamily="49" charset="0"/>
              <a:buChar char="o"/>
              <a:defRPr sz="1600" kern="1200">
                <a:solidFill>
                  <a:schemeClr val="tx2">
                    <a:lumMod val="75000"/>
                  </a:schemeClr>
                </a:solidFill>
                <a:latin typeface="Arial" panose="020B0604020202020204" pitchFamily="34" charset="0"/>
                <a:ea typeface="+mn-ea"/>
                <a:cs typeface="Arial" panose="020B0604020202020204" pitchFamily="34" charset="0"/>
              </a:defRPr>
            </a:lvl3pPr>
            <a:lvl4pPr marL="1543088" indent="-171454" algn="l" defTabSz="914423" rtl="0" eaLnBrk="1" latinLnBrk="0" hangingPunct="1">
              <a:lnSpc>
                <a:spcPct val="150000"/>
              </a:lnSpc>
              <a:spcBef>
                <a:spcPts val="500"/>
              </a:spcBef>
              <a:buFont typeface="Wingdings" panose="05000000000000000000" pitchFamily="2" charset="2"/>
              <a:buChar char="§"/>
              <a:defRPr sz="1200" kern="1200">
                <a:solidFill>
                  <a:schemeClr val="tx2">
                    <a:lumMod val="75000"/>
                  </a:schemeClr>
                </a:solidFill>
                <a:latin typeface="Arial" panose="020B0604020202020204" pitchFamily="34" charset="0"/>
                <a:ea typeface="+mn-ea"/>
                <a:cs typeface="Arial" panose="020B0604020202020204" pitchFamily="34" charset="0"/>
              </a:defRPr>
            </a:lvl4pPr>
            <a:lvl5pPr marL="2057452" indent="-228606" algn="l" defTabSz="914423" rtl="0" eaLnBrk="1" latinLnBrk="0" hangingPunct="1">
              <a:lnSpc>
                <a:spcPct val="150000"/>
              </a:lnSpc>
              <a:spcBef>
                <a:spcPts val="500"/>
              </a:spcBef>
              <a:buFont typeface="Arial" panose="020B0604020202020204" pitchFamily="34" charset="0"/>
              <a:buChar char="•"/>
              <a:defRPr sz="1200" kern="1200">
                <a:solidFill>
                  <a:schemeClr val="tx2">
                    <a:lumMod val="75000"/>
                  </a:schemeClr>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457212" lvl="1" indent="0">
              <a:buNone/>
            </a:pPr>
            <a:r>
              <a:rPr lang="en-VN" dirty="0">
                <a:solidFill>
                  <a:schemeClr val="bg1"/>
                </a:solidFill>
              </a:rPr>
              <a:t>ADC </a:t>
            </a:r>
            <a:r>
              <a:rPr lang="vi-VN" dirty="0">
                <a:solidFill>
                  <a:schemeClr val="bg1"/>
                </a:solidFill>
              </a:rPr>
              <a:t>bắt đầu chuyển đổi khi bộ Timer0 trung giá trị  OCR0. Phù hợp lấy mẫu định kì theo thời gian cố định.</a:t>
            </a:r>
            <a:endParaRPr lang="en-VN" dirty="0">
              <a:solidFill>
                <a:schemeClr val="bg1"/>
              </a:solidFill>
            </a:endParaRPr>
          </a:p>
          <a:p>
            <a:pPr marL="457212" lvl="1" indent="0">
              <a:buNone/>
            </a:pPr>
            <a:endParaRPr lang="en-VN" dirty="0">
              <a:solidFill>
                <a:schemeClr val="bg1"/>
              </a:solidFill>
            </a:endParaRPr>
          </a:p>
          <a:p>
            <a:pPr lvl="2"/>
            <a:endParaRPr lang="en-VN" dirty="0">
              <a:solidFill>
                <a:schemeClr val="bg1"/>
              </a:solidFill>
            </a:endParaRPr>
          </a:p>
          <a:p>
            <a:pPr lvl="2"/>
            <a:endParaRPr lang="en-VN" dirty="0">
              <a:solidFill>
                <a:schemeClr val="bg1"/>
              </a:solidFill>
            </a:endParaRPr>
          </a:p>
        </p:txBody>
      </p:sp>
      <p:sp>
        <p:nvSpPr>
          <p:cNvPr id="10" name="Rectangle 9">
            <a:extLst>
              <a:ext uri="{FF2B5EF4-FFF2-40B4-BE49-F238E27FC236}">
                <a16:creationId xmlns:a16="http://schemas.microsoft.com/office/drawing/2014/main" id="{89675D21-C17D-8CB4-8617-7EEEABA51007}"/>
              </a:ext>
            </a:extLst>
          </p:cNvPr>
          <p:cNvSpPr/>
          <p:nvPr/>
        </p:nvSpPr>
        <p:spPr>
          <a:xfrm>
            <a:off x="640963" y="3501468"/>
            <a:ext cx="5847996" cy="2787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646342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D165F-B792-8B3C-57D6-E3BA162E209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3DE4FC-5E2B-54B3-6ABA-489E0FE7968E}"/>
              </a:ext>
            </a:extLst>
          </p:cNvPr>
          <p:cNvSpPr>
            <a:spLocks noGrp="1"/>
          </p:cNvSpPr>
          <p:nvPr>
            <p:ph type="sldNum" sz="quarter" idx="12"/>
          </p:nvPr>
        </p:nvSpPr>
        <p:spPr/>
        <p:txBody>
          <a:bodyPr/>
          <a:lstStyle/>
          <a:p>
            <a:fld id="{8C2E478F-E849-4A8C-AF1F-CBCC78A7CBFA}" type="slidenum">
              <a:rPr lang="en-US" smtClean="0"/>
              <a:t>30</a:t>
            </a:fld>
            <a:endParaRPr lang="en-US" dirty="0"/>
          </a:p>
        </p:txBody>
      </p:sp>
      <p:sp>
        <p:nvSpPr>
          <p:cNvPr id="3" name="Title 2">
            <a:extLst>
              <a:ext uri="{FF2B5EF4-FFF2-40B4-BE49-F238E27FC236}">
                <a16:creationId xmlns:a16="http://schemas.microsoft.com/office/drawing/2014/main" id="{668A66F1-2A5F-53F3-ED91-784D1C159930}"/>
              </a:ext>
            </a:extLst>
          </p:cNvPr>
          <p:cNvSpPr>
            <a:spLocks noGrp="1"/>
          </p:cNvSpPr>
          <p:nvPr>
            <p:ph type="title"/>
          </p:nvPr>
        </p:nvSpPr>
        <p:spPr/>
        <p:txBody>
          <a:bodyPr/>
          <a:lstStyle/>
          <a:p>
            <a:r>
              <a:rPr lang="en-VN" dirty="0"/>
              <a:t>Thanh ghi SFIOR</a:t>
            </a:r>
          </a:p>
        </p:txBody>
      </p:sp>
      <p:sp>
        <p:nvSpPr>
          <p:cNvPr id="8" name="Content Placeholder 7">
            <a:extLst>
              <a:ext uri="{FF2B5EF4-FFF2-40B4-BE49-F238E27FC236}">
                <a16:creationId xmlns:a16="http://schemas.microsoft.com/office/drawing/2014/main" id="{291B64BB-B00F-E46F-2B94-0A90F18D4989}"/>
              </a:ext>
            </a:extLst>
          </p:cNvPr>
          <p:cNvSpPr>
            <a:spLocks noGrp="1"/>
          </p:cNvSpPr>
          <p:nvPr>
            <p:ph idx="1"/>
          </p:nvPr>
        </p:nvSpPr>
        <p:spPr>
          <a:xfrm>
            <a:off x="618661" y="853332"/>
            <a:ext cx="11105248" cy="5573700"/>
          </a:xfrm>
        </p:spPr>
        <p:txBody>
          <a:bodyPr/>
          <a:lstStyle/>
          <a:p>
            <a:r>
              <a:rPr lang="en-VN" dirty="0"/>
              <a:t>Các nguồn kích ADC trong chế độ Auto Trigger: </a:t>
            </a:r>
          </a:p>
        </p:txBody>
      </p:sp>
      <p:pic>
        <p:nvPicPr>
          <p:cNvPr id="7" name="Picture 6">
            <a:extLst>
              <a:ext uri="{FF2B5EF4-FFF2-40B4-BE49-F238E27FC236}">
                <a16:creationId xmlns:a16="http://schemas.microsoft.com/office/drawing/2014/main" id="{E2E97BB2-68D9-C174-A712-A50E43D6C19E}"/>
              </a:ext>
            </a:extLst>
          </p:cNvPr>
          <p:cNvPicPr>
            <a:picLocks noChangeAspect="1"/>
          </p:cNvPicPr>
          <p:nvPr/>
        </p:nvPicPr>
        <p:blipFill>
          <a:blip r:embed="rId2"/>
          <a:stretch>
            <a:fillRect/>
          </a:stretch>
        </p:blipFill>
        <p:spPr>
          <a:xfrm>
            <a:off x="594519" y="2441467"/>
            <a:ext cx="5948338" cy="2397429"/>
          </a:xfrm>
          <a:prstGeom prst="rect">
            <a:avLst/>
          </a:prstGeom>
        </p:spPr>
      </p:pic>
      <p:sp>
        <p:nvSpPr>
          <p:cNvPr id="4" name="Rounded Rectangle 3">
            <a:extLst>
              <a:ext uri="{FF2B5EF4-FFF2-40B4-BE49-F238E27FC236}">
                <a16:creationId xmlns:a16="http://schemas.microsoft.com/office/drawing/2014/main" id="{7AAB3353-951B-B709-D106-3403A1DF7A6B}"/>
              </a:ext>
            </a:extLst>
          </p:cNvPr>
          <p:cNvSpPr/>
          <p:nvPr/>
        </p:nvSpPr>
        <p:spPr>
          <a:xfrm>
            <a:off x="6980663" y="2441467"/>
            <a:ext cx="4895646" cy="2397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Content Placeholder 7">
            <a:extLst>
              <a:ext uri="{FF2B5EF4-FFF2-40B4-BE49-F238E27FC236}">
                <a16:creationId xmlns:a16="http://schemas.microsoft.com/office/drawing/2014/main" id="{0F20FEEF-33B8-F950-CE8A-69A22EB4D737}"/>
              </a:ext>
            </a:extLst>
          </p:cNvPr>
          <p:cNvSpPr txBox="1">
            <a:spLocks/>
          </p:cNvSpPr>
          <p:nvPr/>
        </p:nvSpPr>
        <p:spPr>
          <a:xfrm>
            <a:off x="6542857" y="2441467"/>
            <a:ext cx="5333452" cy="2397430"/>
          </a:xfrm>
          <a:prstGeom prst="rect">
            <a:avLst/>
          </a:prstGeom>
        </p:spPr>
        <p:txBody>
          <a:bodyPr vert="horz" lIns="91440" tIns="45720" rIns="91440" bIns="45720" rtlCol="0">
            <a:normAutofit/>
          </a:bodyPr>
          <a:lstStyle>
            <a:lvl1pPr marL="228606" indent="-228606" algn="l" defTabSz="914423" rtl="0" eaLnBrk="1" latinLnBrk="0" hangingPunct="1">
              <a:lnSpc>
                <a:spcPct val="150000"/>
              </a:lnSpc>
              <a:spcBef>
                <a:spcPts val="1001"/>
              </a:spcBef>
              <a:buFont typeface="Arial" panose="020B0604020202020204" pitchFamily="34" charset="0"/>
              <a:buChar char="•"/>
              <a:defRPr sz="2400" kern="1200">
                <a:solidFill>
                  <a:schemeClr val="tx2">
                    <a:lumMod val="75000"/>
                  </a:schemeClr>
                </a:solidFill>
                <a:latin typeface="Arial" panose="020B0604020202020204" pitchFamily="34" charset="0"/>
                <a:ea typeface="+mn-ea"/>
                <a:cs typeface="Arial" panose="020B0604020202020204" pitchFamily="34" charset="0"/>
              </a:defRPr>
            </a:lvl1pPr>
            <a:lvl2pPr marL="742969" indent="-285757" algn="l" defTabSz="914423" rtl="0" eaLnBrk="1" latinLnBrk="0" hangingPunct="1">
              <a:lnSpc>
                <a:spcPct val="150000"/>
              </a:lnSpc>
              <a:spcBef>
                <a:spcPts val="500"/>
              </a:spcBef>
              <a:buFont typeface="Arial" panose="020B0604020202020204" pitchFamily="34" charset="0"/>
              <a:buChar char="‒"/>
              <a:defRPr sz="1801" kern="1200">
                <a:solidFill>
                  <a:schemeClr val="tx2">
                    <a:lumMod val="75000"/>
                  </a:schemeClr>
                </a:solidFill>
                <a:latin typeface="Arial" panose="020B0604020202020204" pitchFamily="34" charset="0"/>
                <a:ea typeface="+mn-ea"/>
                <a:cs typeface="Arial" panose="020B0604020202020204" pitchFamily="34" charset="0"/>
              </a:defRPr>
            </a:lvl2pPr>
            <a:lvl3pPr marL="1200180" indent="-285757" algn="l" defTabSz="914423" rtl="0" eaLnBrk="1" latinLnBrk="0" hangingPunct="1">
              <a:lnSpc>
                <a:spcPct val="150000"/>
              </a:lnSpc>
              <a:spcBef>
                <a:spcPts val="500"/>
              </a:spcBef>
              <a:buFont typeface="Courier New" panose="02070309020205020404" pitchFamily="49" charset="0"/>
              <a:buChar char="o"/>
              <a:defRPr sz="1600" kern="1200">
                <a:solidFill>
                  <a:schemeClr val="tx2">
                    <a:lumMod val="75000"/>
                  </a:schemeClr>
                </a:solidFill>
                <a:latin typeface="Arial" panose="020B0604020202020204" pitchFamily="34" charset="0"/>
                <a:ea typeface="+mn-ea"/>
                <a:cs typeface="Arial" panose="020B0604020202020204" pitchFamily="34" charset="0"/>
              </a:defRPr>
            </a:lvl3pPr>
            <a:lvl4pPr marL="1543088" indent="-171454" algn="l" defTabSz="914423" rtl="0" eaLnBrk="1" latinLnBrk="0" hangingPunct="1">
              <a:lnSpc>
                <a:spcPct val="150000"/>
              </a:lnSpc>
              <a:spcBef>
                <a:spcPts val="500"/>
              </a:spcBef>
              <a:buFont typeface="Wingdings" panose="05000000000000000000" pitchFamily="2" charset="2"/>
              <a:buChar char="§"/>
              <a:defRPr sz="1200" kern="1200">
                <a:solidFill>
                  <a:schemeClr val="tx2">
                    <a:lumMod val="75000"/>
                  </a:schemeClr>
                </a:solidFill>
                <a:latin typeface="Arial" panose="020B0604020202020204" pitchFamily="34" charset="0"/>
                <a:ea typeface="+mn-ea"/>
                <a:cs typeface="Arial" panose="020B0604020202020204" pitchFamily="34" charset="0"/>
              </a:defRPr>
            </a:lvl4pPr>
            <a:lvl5pPr marL="2057452" indent="-228606" algn="l" defTabSz="914423" rtl="0" eaLnBrk="1" latinLnBrk="0" hangingPunct="1">
              <a:lnSpc>
                <a:spcPct val="150000"/>
              </a:lnSpc>
              <a:spcBef>
                <a:spcPts val="500"/>
              </a:spcBef>
              <a:buFont typeface="Arial" panose="020B0604020202020204" pitchFamily="34" charset="0"/>
              <a:buChar char="•"/>
              <a:defRPr sz="1200" kern="1200">
                <a:solidFill>
                  <a:schemeClr val="tx2">
                    <a:lumMod val="75000"/>
                  </a:schemeClr>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457212" lvl="1" indent="0">
              <a:buNone/>
            </a:pPr>
            <a:r>
              <a:rPr lang="en-VN" dirty="0">
                <a:solidFill>
                  <a:schemeClr val="bg1"/>
                </a:solidFill>
              </a:rPr>
              <a:t>ADC </a:t>
            </a:r>
            <a:r>
              <a:rPr lang="vi-VN" dirty="0">
                <a:solidFill>
                  <a:schemeClr val="bg1"/>
                </a:solidFill>
              </a:rPr>
              <a:t>bắt đầu mỗi khi Timer0 tràn (255 về 0). Dùng để đồng bộ ADC theo chu kì Timer0.</a:t>
            </a:r>
            <a:endParaRPr lang="en-VN" dirty="0">
              <a:solidFill>
                <a:schemeClr val="bg1"/>
              </a:solidFill>
            </a:endParaRPr>
          </a:p>
          <a:p>
            <a:pPr marL="457212" lvl="1" indent="0">
              <a:buNone/>
            </a:pPr>
            <a:endParaRPr lang="en-VN" dirty="0">
              <a:solidFill>
                <a:schemeClr val="bg1"/>
              </a:solidFill>
            </a:endParaRPr>
          </a:p>
          <a:p>
            <a:pPr lvl="2"/>
            <a:endParaRPr lang="en-VN" dirty="0">
              <a:solidFill>
                <a:schemeClr val="bg1"/>
              </a:solidFill>
            </a:endParaRPr>
          </a:p>
          <a:p>
            <a:pPr lvl="2"/>
            <a:endParaRPr lang="en-VN" dirty="0">
              <a:solidFill>
                <a:schemeClr val="bg1"/>
              </a:solidFill>
            </a:endParaRPr>
          </a:p>
        </p:txBody>
      </p:sp>
      <p:sp>
        <p:nvSpPr>
          <p:cNvPr id="10" name="Rectangle 9">
            <a:extLst>
              <a:ext uri="{FF2B5EF4-FFF2-40B4-BE49-F238E27FC236}">
                <a16:creationId xmlns:a16="http://schemas.microsoft.com/office/drawing/2014/main" id="{768607D2-B69B-C558-45E7-2F6CBB7DAD96}"/>
              </a:ext>
            </a:extLst>
          </p:cNvPr>
          <p:cNvSpPr/>
          <p:nvPr/>
        </p:nvSpPr>
        <p:spPr>
          <a:xfrm>
            <a:off x="640963" y="3746790"/>
            <a:ext cx="5847996" cy="2787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39154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B3EB9-EDED-8343-B83C-86F63DF73C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D22768-755A-2E0D-1FDD-70BC36C6FAC1}"/>
              </a:ext>
            </a:extLst>
          </p:cNvPr>
          <p:cNvSpPr>
            <a:spLocks noGrp="1"/>
          </p:cNvSpPr>
          <p:nvPr>
            <p:ph type="sldNum" sz="quarter" idx="12"/>
          </p:nvPr>
        </p:nvSpPr>
        <p:spPr/>
        <p:txBody>
          <a:bodyPr/>
          <a:lstStyle/>
          <a:p>
            <a:fld id="{8C2E478F-E849-4A8C-AF1F-CBCC78A7CBFA}" type="slidenum">
              <a:rPr lang="en-US" smtClean="0"/>
              <a:t>31</a:t>
            </a:fld>
            <a:endParaRPr lang="en-US" dirty="0"/>
          </a:p>
        </p:txBody>
      </p:sp>
      <p:sp>
        <p:nvSpPr>
          <p:cNvPr id="3" name="Title 2">
            <a:extLst>
              <a:ext uri="{FF2B5EF4-FFF2-40B4-BE49-F238E27FC236}">
                <a16:creationId xmlns:a16="http://schemas.microsoft.com/office/drawing/2014/main" id="{065850A5-2108-606E-C832-2FA0EF4D4535}"/>
              </a:ext>
            </a:extLst>
          </p:cNvPr>
          <p:cNvSpPr>
            <a:spLocks noGrp="1"/>
          </p:cNvSpPr>
          <p:nvPr>
            <p:ph type="title"/>
          </p:nvPr>
        </p:nvSpPr>
        <p:spPr/>
        <p:txBody>
          <a:bodyPr/>
          <a:lstStyle/>
          <a:p>
            <a:r>
              <a:rPr lang="en-VN" dirty="0"/>
              <a:t>Thanh ghi SFIOR</a:t>
            </a:r>
          </a:p>
        </p:txBody>
      </p:sp>
      <p:sp>
        <p:nvSpPr>
          <p:cNvPr id="8" name="Content Placeholder 7">
            <a:extLst>
              <a:ext uri="{FF2B5EF4-FFF2-40B4-BE49-F238E27FC236}">
                <a16:creationId xmlns:a16="http://schemas.microsoft.com/office/drawing/2014/main" id="{41141F2C-8144-CF0B-0CA4-2A8FD1921D90}"/>
              </a:ext>
            </a:extLst>
          </p:cNvPr>
          <p:cNvSpPr>
            <a:spLocks noGrp="1"/>
          </p:cNvSpPr>
          <p:nvPr>
            <p:ph idx="1"/>
          </p:nvPr>
        </p:nvSpPr>
        <p:spPr>
          <a:xfrm>
            <a:off x="618661" y="853332"/>
            <a:ext cx="11105248" cy="5573700"/>
          </a:xfrm>
        </p:spPr>
        <p:txBody>
          <a:bodyPr/>
          <a:lstStyle/>
          <a:p>
            <a:r>
              <a:rPr lang="en-VN" dirty="0"/>
              <a:t>Các nguồn kích ADC trong chế độ Auto Trigger: </a:t>
            </a:r>
          </a:p>
        </p:txBody>
      </p:sp>
      <p:pic>
        <p:nvPicPr>
          <p:cNvPr id="7" name="Picture 6">
            <a:extLst>
              <a:ext uri="{FF2B5EF4-FFF2-40B4-BE49-F238E27FC236}">
                <a16:creationId xmlns:a16="http://schemas.microsoft.com/office/drawing/2014/main" id="{C80B2649-E701-7B1F-2493-3DF291F52A70}"/>
              </a:ext>
            </a:extLst>
          </p:cNvPr>
          <p:cNvPicPr>
            <a:picLocks noChangeAspect="1"/>
          </p:cNvPicPr>
          <p:nvPr/>
        </p:nvPicPr>
        <p:blipFill>
          <a:blip r:embed="rId2"/>
          <a:stretch>
            <a:fillRect/>
          </a:stretch>
        </p:blipFill>
        <p:spPr>
          <a:xfrm>
            <a:off x="594519" y="2441467"/>
            <a:ext cx="5948338" cy="2397429"/>
          </a:xfrm>
          <a:prstGeom prst="rect">
            <a:avLst/>
          </a:prstGeom>
        </p:spPr>
      </p:pic>
      <p:sp>
        <p:nvSpPr>
          <p:cNvPr id="4" name="Rounded Rectangle 3">
            <a:extLst>
              <a:ext uri="{FF2B5EF4-FFF2-40B4-BE49-F238E27FC236}">
                <a16:creationId xmlns:a16="http://schemas.microsoft.com/office/drawing/2014/main" id="{6F9A6364-3CE1-7D76-A692-84376DCA2D50}"/>
              </a:ext>
            </a:extLst>
          </p:cNvPr>
          <p:cNvSpPr/>
          <p:nvPr/>
        </p:nvSpPr>
        <p:spPr>
          <a:xfrm>
            <a:off x="6980663" y="2441467"/>
            <a:ext cx="4895646" cy="2397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Content Placeholder 7">
            <a:extLst>
              <a:ext uri="{FF2B5EF4-FFF2-40B4-BE49-F238E27FC236}">
                <a16:creationId xmlns:a16="http://schemas.microsoft.com/office/drawing/2014/main" id="{E3507285-A859-52D5-2658-17ADA4157151}"/>
              </a:ext>
            </a:extLst>
          </p:cNvPr>
          <p:cNvSpPr txBox="1">
            <a:spLocks/>
          </p:cNvSpPr>
          <p:nvPr/>
        </p:nvSpPr>
        <p:spPr>
          <a:xfrm>
            <a:off x="6542857" y="2441467"/>
            <a:ext cx="5333452" cy="2397430"/>
          </a:xfrm>
          <a:prstGeom prst="rect">
            <a:avLst/>
          </a:prstGeom>
        </p:spPr>
        <p:txBody>
          <a:bodyPr vert="horz" lIns="91440" tIns="45720" rIns="91440" bIns="45720" rtlCol="0">
            <a:normAutofit/>
          </a:bodyPr>
          <a:lstStyle>
            <a:lvl1pPr marL="228606" indent="-228606" algn="l" defTabSz="914423" rtl="0" eaLnBrk="1" latinLnBrk="0" hangingPunct="1">
              <a:lnSpc>
                <a:spcPct val="150000"/>
              </a:lnSpc>
              <a:spcBef>
                <a:spcPts val="1001"/>
              </a:spcBef>
              <a:buFont typeface="Arial" panose="020B0604020202020204" pitchFamily="34" charset="0"/>
              <a:buChar char="•"/>
              <a:defRPr sz="2400" kern="1200">
                <a:solidFill>
                  <a:schemeClr val="tx2">
                    <a:lumMod val="75000"/>
                  </a:schemeClr>
                </a:solidFill>
                <a:latin typeface="Arial" panose="020B0604020202020204" pitchFamily="34" charset="0"/>
                <a:ea typeface="+mn-ea"/>
                <a:cs typeface="Arial" panose="020B0604020202020204" pitchFamily="34" charset="0"/>
              </a:defRPr>
            </a:lvl1pPr>
            <a:lvl2pPr marL="742969" indent="-285757" algn="l" defTabSz="914423" rtl="0" eaLnBrk="1" latinLnBrk="0" hangingPunct="1">
              <a:lnSpc>
                <a:spcPct val="150000"/>
              </a:lnSpc>
              <a:spcBef>
                <a:spcPts val="500"/>
              </a:spcBef>
              <a:buFont typeface="Arial" panose="020B0604020202020204" pitchFamily="34" charset="0"/>
              <a:buChar char="‒"/>
              <a:defRPr sz="1801" kern="1200">
                <a:solidFill>
                  <a:schemeClr val="tx2">
                    <a:lumMod val="75000"/>
                  </a:schemeClr>
                </a:solidFill>
                <a:latin typeface="Arial" panose="020B0604020202020204" pitchFamily="34" charset="0"/>
                <a:ea typeface="+mn-ea"/>
                <a:cs typeface="Arial" panose="020B0604020202020204" pitchFamily="34" charset="0"/>
              </a:defRPr>
            </a:lvl2pPr>
            <a:lvl3pPr marL="1200180" indent="-285757" algn="l" defTabSz="914423" rtl="0" eaLnBrk="1" latinLnBrk="0" hangingPunct="1">
              <a:lnSpc>
                <a:spcPct val="150000"/>
              </a:lnSpc>
              <a:spcBef>
                <a:spcPts val="500"/>
              </a:spcBef>
              <a:buFont typeface="Courier New" panose="02070309020205020404" pitchFamily="49" charset="0"/>
              <a:buChar char="o"/>
              <a:defRPr sz="1600" kern="1200">
                <a:solidFill>
                  <a:schemeClr val="tx2">
                    <a:lumMod val="75000"/>
                  </a:schemeClr>
                </a:solidFill>
                <a:latin typeface="Arial" panose="020B0604020202020204" pitchFamily="34" charset="0"/>
                <a:ea typeface="+mn-ea"/>
                <a:cs typeface="Arial" panose="020B0604020202020204" pitchFamily="34" charset="0"/>
              </a:defRPr>
            </a:lvl3pPr>
            <a:lvl4pPr marL="1543088" indent="-171454" algn="l" defTabSz="914423" rtl="0" eaLnBrk="1" latinLnBrk="0" hangingPunct="1">
              <a:lnSpc>
                <a:spcPct val="150000"/>
              </a:lnSpc>
              <a:spcBef>
                <a:spcPts val="500"/>
              </a:spcBef>
              <a:buFont typeface="Wingdings" panose="05000000000000000000" pitchFamily="2" charset="2"/>
              <a:buChar char="§"/>
              <a:defRPr sz="1200" kern="1200">
                <a:solidFill>
                  <a:schemeClr val="tx2">
                    <a:lumMod val="75000"/>
                  </a:schemeClr>
                </a:solidFill>
                <a:latin typeface="Arial" panose="020B0604020202020204" pitchFamily="34" charset="0"/>
                <a:ea typeface="+mn-ea"/>
                <a:cs typeface="Arial" panose="020B0604020202020204" pitchFamily="34" charset="0"/>
              </a:defRPr>
            </a:lvl4pPr>
            <a:lvl5pPr marL="2057452" indent="-228606" algn="l" defTabSz="914423" rtl="0" eaLnBrk="1" latinLnBrk="0" hangingPunct="1">
              <a:lnSpc>
                <a:spcPct val="150000"/>
              </a:lnSpc>
              <a:spcBef>
                <a:spcPts val="500"/>
              </a:spcBef>
              <a:buFont typeface="Arial" panose="020B0604020202020204" pitchFamily="34" charset="0"/>
              <a:buChar char="•"/>
              <a:defRPr sz="1200" kern="1200">
                <a:solidFill>
                  <a:schemeClr val="tx2">
                    <a:lumMod val="75000"/>
                  </a:schemeClr>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457212" lvl="1" indent="0">
              <a:buNone/>
            </a:pPr>
            <a:r>
              <a:rPr lang="en-VN" dirty="0">
                <a:solidFill>
                  <a:schemeClr val="bg1"/>
                </a:solidFill>
              </a:rPr>
              <a:t>ADC </a:t>
            </a:r>
            <a:r>
              <a:rPr lang="vi-VN" dirty="0">
                <a:solidFill>
                  <a:schemeClr val="bg1"/>
                </a:solidFill>
              </a:rPr>
              <a:t>bắt đầu khi Timer1 trung giá trị OCR1B. Dùng để lấy mẫu đồng bộ với thời điểm cụ thể trong Timer1.</a:t>
            </a:r>
            <a:endParaRPr lang="en-VN" dirty="0">
              <a:solidFill>
                <a:schemeClr val="bg1"/>
              </a:solidFill>
            </a:endParaRPr>
          </a:p>
          <a:p>
            <a:pPr lvl="2"/>
            <a:endParaRPr lang="en-VN" dirty="0">
              <a:solidFill>
                <a:schemeClr val="bg1"/>
              </a:solidFill>
            </a:endParaRPr>
          </a:p>
          <a:p>
            <a:pPr lvl="2"/>
            <a:endParaRPr lang="en-VN" dirty="0">
              <a:solidFill>
                <a:schemeClr val="bg1"/>
              </a:solidFill>
            </a:endParaRPr>
          </a:p>
        </p:txBody>
      </p:sp>
      <p:sp>
        <p:nvSpPr>
          <p:cNvPr id="10" name="Rectangle 9">
            <a:extLst>
              <a:ext uri="{FF2B5EF4-FFF2-40B4-BE49-F238E27FC236}">
                <a16:creationId xmlns:a16="http://schemas.microsoft.com/office/drawing/2014/main" id="{DFFECA78-D19A-E8D9-AFAF-478D8AF0AA65}"/>
              </a:ext>
            </a:extLst>
          </p:cNvPr>
          <p:cNvSpPr/>
          <p:nvPr/>
        </p:nvSpPr>
        <p:spPr>
          <a:xfrm>
            <a:off x="640963" y="4014414"/>
            <a:ext cx="5847996" cy="2787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6595983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9122A-22F6-F099-DAF1-E3AB0C737D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43882B-7C85-4C2C-3D58-18D28F6D36F6}"/>
              </a:ext>
            </a:extLst>
          </p:cNvPr>
          <p:cNvSpPr>
            <a:spLocks noGrp="1"/>
          </p:cNvSpPr>
          <p:nvPr>
            <p:ph type="sldNum" sz="quarter" idx="12"/>
          </p:nvPr>
        </p:nvSpPr>
        <p:spPr/>
        <p:txBody>
          <a:bodyPr/>
          <a:lstStyle/>
          <a:p>
            <a:fld id="{8C2E478F-E849-4A8C-AF1F-CBCC78A7CBFA}" type="slidenum">
              <a:rPr lang="en-US" smtClean="0"/>
              <a:t>32</a:t>
            </a:fld>
            <a:endParaRPr lang="en-US" dirty="0"/>
          </a:p>
        </p:txBody>
      </p:sp>
      <p:sp>
        <p:nvSpPr>
          <p:cNvPr id="3" name="Title 2">
            <a:extLst>
              <a:ext uri="{FF2B5EF4-FFF2-40B4-BE49-F238E27FC236}">
                <a16:creationId xmlns:a16="http://schemas.microsoft.com/office/drawing/2014/main" id="{E46FF726-53A5-96B1-B72C-7E38169E2364}"/>
              </a:ext>
            </a:extLst>
          </p:cNvPr>
          <p:cNvSpPr>
            <a:spLocks noGrp="1"/>
          </p:cNvSpPr>
          <p:nvPr>
            <p:ph type="title"/>
          </p:nvPr>
        </p:nvSpPr>
        <p:spPr/>
        <p:txBody>
          <a:bodyPr/>
          <a:lstStyle/>
          <a:p>
            <a:r>
              <a:rPr lang="en-VN" dirty="0"/>
              <a:t>Thanh ghi SFIOR</a:t>
            </a:r>
          </a:p>
        </p:txBody>
      </p:sp>
      <p:sp>
        <p:nvSpPr>
          <p:cNvPr id="8" name="Content Placeholder 7">
            <a:extLst>
              <a:ext uri="{FF2B5EF4-FFF2-40B4-BE49-F238E27FC236}">
                <a16:creationId xmlns:a16="http://schemas.microsoft.com/office/drawing/2014/main" id="{EB810216-598A-C128-F1E5-5FFDF69D43E6}"/>
              </a:ext>
            </a:extLst>
          </p:cNvPr>
          <p:cNvSpPr>
            <a:spLocks noGrp="1"/>
          </p:cNvSpPr>
          <p:nvPr>
            <p:ph idx="1"/>
          </p:nvPr>
        </p:nvSpPr>
        <p:spPr>
          <a:xfrm>
            <a:off x="618661" y="853332"/>
            <a:ext cx="11105248" cy="5573700"/>
          </a:xfrm>
        </p:spPr>
        <p:txBody>
          <a:bodyPr/>
          <a:lstStyle/>
          <a:p>
            <a:r>
              <a:rPr lang="en-VN" dirty="0"/>
              <a:t>Các nguồn kích ADC trong chế độ Auto Trigger: </a:t>
            </a:r>
          </a:p>
        </p:txBody>
      </p:sp>
      <p:pic>
        <p:nvPicPr>
          <p:cNvPr id="7" name="Picture 6">
            <a:extLst>
              <a:ext uri="{FF2B5EF4-FFF2-40B4-BE49-F238E27FC236}">
                <a16:creationId xmlns:a16="http://schemas.microsoft.com/office/drawing/2014/main" id="{CFB1E0BF-6AA3-1DEA-7F7E-02F66DACDF46}"/>
              </a:ext>
            </a:extLst>
          </p:cNvPr>
          <p:cNvPicPr>
            <a:picLocks noChangeAspect="1"/>
          </p:cNvPicPr>
          <p:nvPr/>
        </p:nvPicPr>
        <p:blipFill>
          <a:blip r:embed="rId2"/>
          <a:stretch>
            <a:fillRect/>
          </a:stretch>
        </p:blipFill>
        <p:spPr>
          <a:xfrm>
            <a:off x="594519" y="2441467"/>
            <a:ext cx="5948338" cy="2397429"/>
          </a:xfrm>
          <a:prstGeom prst="rect">
            <a:avLst/>
          </a:prstGeom>
        </p:spPr>
      </p:pic>
      <p:sp>
        <p:nvSpPr>
          <p:cNvPr id="4" name="Rounded Rectangle 3">
            <a:extLst>
              <a:ext uri="{FF2B5EF4-FFF2-40B4-BE49-F238E27FC236}">
                <a16:creationId xmlns:a16="http://schemas.microsoft.com/office/drawing/2014/main" id="{2E15C4B6-3695-E8A9-99D6-8D5D8E7C414C}"/>
              </a:ext>
            </a:extLst>
          </p:cNvPr>
          <p:cNvSpPr/>
          <p:nvPr/>
        </p:nvSpPr>
        <p:spPr>
          <a:xfrm>
            <a:off x="6980663" y="2441467"/>
            <a:ext cx="4895646" cy="2397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Content Placeholder 7">
            <a:extLst>
              <a:ext uri="{FF2B5EF4-FFF2-40B4-BE49-F238E27FC236}">
                <a16:creationId xmlns:a16="http://schemas.microsoft.com/office/drawing/2014/main" id="{21FCD8BF-D500-14A3-5753-4978657C5A0F}"/>
              </a:ext>
            </a:extLst>
          </p:cNvPr>
          <p:cNvSpPr txBox="1">
            <a:spLocks/>
          </p:cNvSpPr>
          <p:nvPr/>
        </p:nvSpPr>
        <p:spPr>
          <a:xfrm>
            <a:off x="6542857" y="2441467"/>
            <a:ext cx="5333452" cy="2397430"/>
          </a:xfrm>
          <a:prstGeom prst="rect">
            <a:avLst/>
          </a:prstGeom>
        </p:spPr>
        <p:txBody>
          <a:bodyPr vert="horz" lIns="91440" tIns="45720" rIns="91440" bIns="45720" rtlCol="0">
            <a:normAutofit/>
          </a:bodyPr>
          <a:lstStyle>
            <a:lvl1pPr marL="228606" indent="-228606" algn="l" defTabSz="914423" rtl="0" eaLnBrk="1" latinLnBrk="0" hangingPunct="1">
              <a:lnSpc>
                <a:spcPct val="150000"/>
              </a:lnSpc>
              <a:spcBef>
                <a:spcPts val="1001"/>
              </a:spcBef>
              <a:buFont typeface="Arial" panose="020B0604020202020204" pitchFamily="34" charset="0"/>
              <a:buChar char="•"/>
              <a:defRPr sz="2400" kern="1200">
                <a:solidFill>
                  <a:schemeClr val="tx2">
                    <a:lumMod val="75000"/>
                  </a:schemeClr>
                </a:solidFill>
                <a:latin typeface="Arial" panose="020B0604020202020204" pitchFamily="34" charset="0"/>
                <a:ea typeface="+mn-ea"/>
                <a:cs typeface="Arial" panose="020B0604020202020204" pitchFamily="34" charset="0"/>
              </a:defRPr>
            </a:lvl1pPr>
            <a:lvl2pPr marL="742969" indent="-285757" algn="l" defTabSz="914423" rtl="0" eaLnBrk="1" latinLnBrk="0" hangingPunct="1">
              <a:lnSpc>
                <a:spcPct val="150000"/>
              </a:lnSpc>
              <a:spcBef>
                <a:spcPts val="500"/>
              </a:spcBef>
              <a:buFont typeface="Arial" panose="020B0604020202020204" pitchFamily="34" charset="0"/>
              <a:buChar char="‒"/>
              <a:defRPr sz="1801" kern="1200">
                <a:solidFill>
                  <a:schemeClr val="tx2">
                    <a:lumMod val="75000"/>
                  </a:schemeClr>
                </a:solidFill>
                <a:latin typeface="Arial" panose="020B0604020202020204" pitchFamily="34" charset="0"/>
                <a:ea typeface="+mn-ea"/>
                <a:cs typeface="Arial" panose="020B0604020202020204" pitchFamily="34" charset="0"/>
              </a:defRPr>
            </a:lvl2pPr>
            <a:lvl3pPr marL="1200180" indent="-285757" algn="l" defTabSz="914423" rtl="0" eaLnBrk="1" latinLnBrk="0" hangingPunct="1">
              <a:lnSpc>
                <a:spcPct val="150000"/>
              </a:lnSpc>
              <a:spcBef>
                <a:spcPts val="500"/>
              </a:spcBef>
              <a:buFont typeface="Courier New" panose="02070309020205020404" pitchFamily="49" charset="0"/>
              <a:buChar char="o"/>
              <a:defRPr sz="1600" kern="1200">
                <a:solidFill>
                  <a:schemeClr val="tx2">
                    <a:lumMod val="75000"/>
                  </a:schemeClr>
                </a:solidFill>
                <a:latin typeface="Arial" panose="020B0604020202020204" pitchFamily="34" charset="0"/>
                <a:ea typeface="+mn-ea"/>
                <a:cs typeface="Arial" panose="020B0604020202020204" pitchFamily="34" charset="0"/>
              </a:defRPr>
            </a:lvl3pPr>
            <a:lvl4pPr marL="1543088" indent="-171454" algn="l" defTabSz="914423" rtl="0" eaLnBrk="1" latinLnBrk="0" hangingPunct="1">
              <a:lnSpc>
                <a:spcPct val="150000"/>
              </a:lnSpc>
              <a:spcBef>
                <a:spcPts val="500"/>
              </a:spcBef>
              <a:buFont typeface="Wingdings" panose="05000000000000000000" pitchFamily="2" charset="2"/>
              <a:buChar char="§"/>
              <a:defRPr sz="1200" kern="1200">
                <a:solidFill>
                  <a:schemeClr val="tx2">
                    <a:lumMod val="75000"/>
                  </a:schemeClr>
                </a:solidFill>
                <a:latin typeface="Arial" panose="020B0604020202020204" pitchFamily="34" charset="0"/>
                <a:ea typeface="+mn-ea"/>
                <a:cs typeface="Arial" panose="020B0604020202020204" pitchFamily="34" charset="0"/>
              </a:defRPr>
            </a:lvl4pPr>
            <a:lvl5pPr marL="2057452" indent="-228606" algn="l" defTabSz="914423" rtl="0" eaLnBrk="1" latinLnBrk="0" hangingPunct="1">
              <a:lnSpc>
                <a:spcPct val="150000"/>
              </a:lnSpc>
              <a:spcBef>
                <a:spcPts val="500"/>
              </a:spcBef>
              <a:buFont typeface="Arial" panose="020B0604020202020204" pitchFamily="34" charset="0"/>
              <a:buChar char="•"/>
              <a:defRPr sz="1200" kern="1200">
                <a:solidFill>
                  <a:schemeClr val="tx2">
                    <a:lumMod val="75000"/>
                  </a:schemeClr>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457212" lvl="1" indent="0">
              <a:buNone/>
            </a:pPr>
            <a:r>
              <a:rPr lang="en-VN" dirty="0">
                <a:solidFill>
                  <a:schemeClr val="bg1"/>
                </a:solidFill>
              </a:rPr>
              <a:t>ADC bắt đầu mỗi khi Timer1 tràn (65535 về 0). Dùng khi cần lấy mẫu theo chu kì dài hơn.</a:t>
            </a:r>
          </a:p>
          <a:p>
            <a:pPr lvl="2"/>
            <a:endParaRPr lang="en-VN" dirty="0">
              <a:solidFill>
                <a:schemeClr val="bg1"/>
              </a:solidFill>
            </a:endParaRPr>
          </a:p>
          <a:p>
            <a:pPr lvl="2"/>
            <a:endParaRPr lang="en-VN" dirty="0">
              <a:solidFill>
                <a:schemeClr val="bg1"/>
              </a:solidFill>
            </a:endParaRPr>
          </a:p>
        </p:txBody>
      </p:sp>
      <p:sp>
        <p:nvSpPr>
          <p:cNvPr id="10" name="Rectangle 9">
            <a:extLst>
              <a:ext uri="{FF2B5EF4-FFF2-40B4-BE49-F238E27FC236}">
                <a16:creationId xmlns:a16="http://schemas.microsoft.com/office/drawing/2014/main" id="{3133CCC3-24E4-3EB0-7E25-3ADAE9AF8DB6}"/>
              </a:ext>
            </a:extLst>
          </p:cNvPr>
          <p:cNvSpPr/>
          <p:nvPr/>
        </p:nvSpPr>
        <p:spPr>
          <a:xfrm>
            <a:off x="640963" y="4270887"/>
            <a:ext cx="5847996" cy="2787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532656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0CB7A-890F-8448-F181-054AF60AC5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AE9AF4-D42E-4E40-71E6-05EE0456329B}"/>
              </a:ext>
            </a:extLst>
          </p:cNvPr>
          <p:cNvSpPr>
            <a:spLocks noGrp="1"/>
          </p:cNvSpPr>
          <p:nvPr>
            <p:ph type="sldNum" sz="quarter" idx="12"/>
          </p:nvPr>
        </p:nvSpPr>
        <p:spPr/>
        <p:txBody>
          <a:bodyPr/>
          <a:lstStyle/>
          <a:p>
            <a:fld id="{8C2E478F-E849-4A8C-AF1F-CBCC78A7CBFA}" type="slidenum">
              <a:rPr lang="en-US" smtClean="0"/>
              <a:t>33</a:t>
            </a:fld>
            <a:endParaRPr lang="en-US" dirty="0"/>
          </a:p>
        </p:txBody>
      </p:sp>
      <p:sp>
        <p:nvSpPr>
          <p:cNvPr id="3" name="Title 2">
            <a:extLst>
              <a:ext uri="{FF2B5EF4-FFF2-40B4-BE49-F238E27FC236}">
                <a16:creationId xmlns:a16="http://schemas.microsoft.com/office/drawing/2014/main" id="{CBD0B649-FF02-0831-1776-024B06F866E2}"/>
              </a:ext>
            </a:extLst>
          </p:cNvPr>
          <p:cNvSpPr>
            <a:spLocks noGrp="1"/>
          </p:cNvSpPr>
          <p:nvPr>
            <p:ph type="title"/>
          </p:nvPr>
        </p:nvSpPr>
        <p:spPr/>
        <p:txBody>
          <a:bodyPr/>
          <a:lstStyle/>
          <a:p>
            <a:r>
              <a:rPr lang="en-VN" dirty="0"/>
              <a:t>Thanh ghi SFIOR</a:t>
            </a:r>
          </a:p>
        </p:txBody>
      </p:sp>
      <p:sp>
        <p:nvSpPr>
          <p:cNvPr id="8" name="Content Placeholder 7">
            <a:extLst>
              <a:ext uri="{FF2B5EF4-FFF2-40B4-BE49-F238E27FC236}">
                <a16:creationId xmlns:a16="http://schemas.microsoft.com/office/drawing/2014/main" id="{F8E7B55B-37E3-F181-D753-426F3A596A4F}"/>
              </a:ext>
            </a:extLst>
          </p:cNvPr>
          <p:cNvSpPr>
            <a:spLocks noGrp="1"/>
          </p:cNvSpPr>
          <p:nvPr>
            <p:ph idx="1"/>
          </p:nvPr>
        </p:nvSpPr>
        <p:spPr>
          <a:xfrm>
            <a:off x="618661" y="853332"/>
            <a:ext cx="11105248" cy="5573700"/>
          </a:xfrm>
        </p:spPr>
        <p:txBody>
          <a:bodyPr/>
          <a:lstStyle/>
          <a:p>
            <a:r>
              <a:rPr lang="en-VN" dirty="0"/>
              <a:t>Các nguồn kích ADC trong chế độ Auto Trigger: </a:t>
            </a:r>
          </a:p>
        </p:txBody>
      </p:sp>
      <p:pic>
        <p:nvPicPr>
          <p:cNvPr id="7" name="Picture 6">
            <a:extLst>
              <a:ext uri="{FF2B5EF4-FFF2-40B4-BE49-F238E27FC236}">
                <a16:creationId xmlns:a16="http://schemas.microsoft.com/office/drawing/2014/main" id="{492B96E2-382E-8EC2-B2CA-59F474DC75CB}"/>
              </a:ext>
            </a:extLst>
          </p:cNvPr>
          <p:cNvPicPr>
            <a:picLocks noChangeAspect="1"/>
          </p:cNvPicPr>
          <p:nvPr/>
        </p:nvPicPr>
        <p:blipFill>
          <a:blip r:embed="rId2"/>
          <a:stretch>
            <a:fillRect/>
          </a:stretch>
        </p:blipFill>
        <p:spPr>
          <a:xfrm>
            <a:off x="594519" y="2441467"/>
            <a:ext cx="5948338" cy="2397429"/>
          </a:xfrm>
          <a:prstGeom prst="rect">
            <a:avLst/>
          </a:prstGeom>
        </p:spPr>
      </p:pic>
      <p:sp>
        <p:nvSpPr>
          <p:cNvPr id="4" name="Rounded Rectangle 3">
            <a:extLst>
              <a:ext uri="{FF2B5EF4-FFF2-40B4-BE49-F238E27FC236}">
                <a16:creationId xmlns:a16="http://schemas.microsoft.com/office/drawing/2014/main" id="{8FF595D1-D2EB-E361-8E6D-0A1E19A1746E}"/>
              </a:ext>
            </a:extLst>
          </p:cNvPr>
          <p:cNvSpPr/>
          <p:nvPr/>
        </p:nvSpPr>
        <p:spPr>
          <a:xfrm>
            <a:off x="6980663" y="2441467"/>
            <a:ext cx="4895646" cy="2397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Content Placeholder 7">
            <a:extLst>
              <a:ext uri="{FF2B5EF4-FFF2-40B4-BE49-F238E27FC236}">
                <a16:creationId xmlns:a16="http://schemas.microsoft.com/office/drawing/2014/main" id="{F602CAA4-9152-9FAA-68A4-549205EAAF96}"/>
              </a:ext>
            </a:extLst>
          </p:cNvPr>
          <p:cNvSpPr txBox="1">
            <a:spLocks/>
          </p:cNvSpPr>
          <p:nvPr/>
        </p:nvSpPr>
        <p:spPr>
          <a:xfrm>
            <a:off x="6542857" y="2441467"/>
            <a:ext cx="5333452" cy="2397430"/>
          </a:xfrm>
          <a:prstGeom prst="rect">
            <a:avLst/>
          </a:prstGeom>
        </p:spPr>
        <p:txBody>
          <a:bodyPr vert="horz" lIns="91440" tIns="45720" rIns="91440" bIns="45720" rtlCol="0">
            <a:normAutofit/>
          </a:bodyPr>
          <a:lstStyle>
            <a:lvl1pPr marL="228606" indent="-228606" algn="l" defTabSz="914423" rtl="0" eaLnBrk="1" latinLnBrk="0" hangingPunct="1">
              <a:lnSpc>
                <a:spcPct val="150000"/>
              </a:lnSpc>
              <a:spcBef>
                <a:spcPts val="1001"/>
              </a:spcBef>
              <a:buFont typeface="Arial" panose="020B0604020202020204" pitchFamily="34" charset="0"/>
              <a:buChar char="•"/>
              <a:defRPr sz="2400" kern="1200">
                <a:solidFill>
                  <a:schemeClr val="tx2">
                    <a:lumMod val="75000"/>
                  </a:schemeClr>
                </a:solidFill>
                <a:latin typeface="Arial" panose="020B0604020202020204" pitchFamily="34" charset="0"/>
                <a:ea typeface="+mn-ea"/>
                <a:cs typeface="Arial" panose="020B0604020202020204" pitchFamily="34" charset="0"/>
              </a:defRPr>
            </a:lvl1pPr>
            <a:lvl2pPr marL="742969" indent="-285757" algn="l" defTabSz="914423" rtl="0" eaLnBrk="1" latinLnBrk="0" hangingPunct="1">
              <a:lnSpc>
                <a:spcPct val="150000"/>
              </a:lnSpc>
              <a:spcBef>
                <a:spcPts val="500"/>
              </a:spcBef>
              <a:buFont typeface="Arial" panose="020B0604020202020204" pitchFamily="34" charset="0"/>
              <a:buChar char="‒"/>
              <a:defRPr sz="1801" kern="1200">
                <a:solidFill>
                  <a:schemeClr val="tx2">
                    <a:lumMod val="75000"/>
                  </a:schemeClr>
                </a:solidFill>
                <a:latin typeface="Arial" panose="020B0604020202020204" pitchFamily="34" charset="0"/>
                <a:ea typeface="+mn-ea"/>
                <a:cs typeface="Arial" panose="020B0604020202020204" pitchFamily="34" charset="0"/>
              </a:defRPr>
            </a:lvl2pPr>
            <a:lvl3pPr marL="1200180" indent="-285757" algn="l" defTabSz="914423" rtl="0" eaLnBrk="1" latinLnBrk="0" hangingPunct="1">
              <a:lnSpc>
                <a:spcPct val="150000"/>
              </a:lnSpc>
              <a:spcBef>
                <a:spcPts val="500"/>
              </a:spcBef>
              <a:buFont typeface="Courier New" panose="02070309020205020404" pitchFamily="49" charset="0"/>
              <a:buChar char="o"/>
              <a:defRPr sz="1600" kern="1200">
                <a:solidFill>
                  <a:schemeClr val="tx2">
                    <a:lumMod val="75000"/>
                  </a:schemeClr>
                </a:solidFill>
                <a:latin typeface="Arial" panose="020B0604020202020204" pitchFamily="34" charset="0"/>
                <a:ea typeface="+mn-ea"/>
                <a:cs typeface="Arial" panose="020B0604020202020204" pitchFamily="34" charset="0"/>
              </a:defRPr>
            </a:lvl3pPr>
            <a:lvl4pPr marL="1543088" indent="-171454" algn="l" defTabSz="914423" rtl="0" eaLnBrk="1" latinLnBrk="0" hangingPunct="1">
              <a:lnSpc>
                <a:spcPct val="150000"/>
              </a:lnSpc>
              <a:spcBef>
                <a:spcPts val="500"/>
              </a:spcBef>
              <a:buFont typeface="Wingdings" panose="05000000000000000000" pitchFamily="2" charset="2"/>
              <a:buChar char="§"/>
              <a:defRPr sz="1200" kern="1200">
                <a:solidFill>
                  <a:schemeClr val="tx2">
                    <a:lumMod val="75000"/>
                  </a:schemeClr>
                </a:solidFill>
                <a:latin typeface="Arial" panose="020B0604020202020204" pitchFamily="34" charset="0"/>
                <a:ea typeface="+mn-ea"/>
                <a:cs typeface="Arial" panose="020B0604020202020204" pitchFamily="34" charset="0"/>
              </a:defRPr>
            </a:lvl4pPr>
            <a:lvl5pPr marL="2057452" indent="-228606" algn="l" defTabSz="914423" rtl="0" eaLnBrk="1" latinLnBrk="0" hangingPunct="1">
              <a:lnSpc>
                <a:spcPct val="150000"/>
              </a:lnSpc>
              <a:spcBef>
                <a:spcPts val="500"/>
              </a:spcBef>
              <a:buFont typeface="Arial" panose="020B0604020202020204" pitchFamily="34" charset="0"/>
              <a:buChar char="•"/>
              <a:defRPr sz="1200" kern="1200">
                <a:solidFill>
                  <a:schemeClr val="tx2">
                    <a:lumMod val="75000"/>
                  </a:schemeClr>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457212" lvl="1" indent="0">
              <a:buNone/>
            </a:pPr>
            <a:r>
              <a:rPr lang="en-VN" dirty="0">
                <a:solidFill>
                  <a:schemeClr val="bg1"/>
                </a:solidFill>
              </a:rPr>
              <a:t>ADC bắt đầu khi xảy ra capture event, ghi giá trị Timer1 vào ICR1 khi có tín hiệu từ chân ICP1. Phù hợp để lấy mẫu đồng bộ theo external event.</a:t>
            </a:r>
          </a:p>
          <a:p>
            <a:pPr lvl="2"/>
            <a:endParaRPr lang="en-VN" dirty="0">
              <a:solidFill>
                <a:schemeClr val="bg1"/>
              </a:solidFill>
            </a:endParaRPr>
          </a:p>
        </p:txBody>
      </p:sp>
      <p:sp>
        <p:nvSpPr>
          <p:cNvPr id="10" name="Rectangle 9">
            <a:extLst>
              <a:ext uri="{FF2B5EF4-FFF2-40B4-BE49-F238E27FC236}">
                <a16:creationId xmlns:a16="http://schemas.microsoft.com/office/drawing/2014/main" id="{9B3C13BC-E5F3-17B2-82D2-4A3501AFF119}"/>
              </a:ext>
            </a:extLst>
          </p:cNvPr>
          <p:cNvSpPr/>
          <p:nvPr/>
        </p:nvSpPr>
        <p:spPr>
          <a:xfrm>
            <a:off x="640963" y="4527360"/>
            <a:ext cx="5847996" cy="2787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92402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47BD8-D874-FA1D-08FD-D80723B2EA8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27AA97-6E49-561A-4E24-0153BCA3F226}"/>
              </a:ext>
            </a:extLst>
          </p:cNvPr>
          <p:cNvSpPr>
            <a:spLocks noGrp="1"/>
          </p:cNvSpPr>
          <p:nvPr>
            <p:ph type="sldNum" sz="quarter" idx="12"/>
          </p:nvPr>
        </p:nvSpPr>
        <p:spPr/>
        <p:txBody>
          <a:bodyPr/>
          <a:lstStyle/>
          <a:p>
            <a:fld id="{8C2E478F-E849-4A8C-AF1F-CBCC78A7CBFA}" type="slidenum">
              <a:rPr lang="en-US" smtClean="0"/>
              <a:t>34</a:t>
            </a:fld>
            <a:endParaRPr lang="en-US" dirty="0"/>
          </a:p>
        </p:txBody>
      </p:sp>
      <p:sp>
        <p:nvSpPr>
          <p:cNvPr id="3" name="Title 2">
            <a:extLst>
              <a:ext uri="{FF2B5EF4-FFF2-40B4-BE49-F238E27FC236}">
                <a16:creationId xmlns:a16="http://schemas.microsoft.com/office/drawing/2014/main" id="{C3DA2E18-3017-8FA3-5D30-337F4A86E565}"/>
              </a:ext>
            </a:extLst>
          </p:cNvPr>
          <p:cNvSpPr>
            <a:spLocks noGrp="1"/>
          </p:cNvSpPr>
          <p:nvPr>
            <p:ph type="title"/>
          </p:nvPr>
        </p:nvSpPr>
        <p:spPr/>
        <p:txBody>
          <a:bodyPr/>
          <a:lstStyle/>
          <a:p>
            <a:r>
              <a:rPr lang="en-VN" dirty="0"/>
              <a:t>ADC Block Schematic</a:t>
            </a:r>
          </a:p>
        </p:txBody>
      </p:sp>
      <p:pic>
        <p:nvPicPr>
          <p:cNvPr id="6" name="Content Placeholder 5">
            <a:extLst>
              <a:ext uri="{FF2B5EF4-FFF2-40B4-BE49-F238E27FC236}">
                <a16:creationId xmlns:a16="http://schemas.microsoft.com/office/drawing/2014/main" id="{C9986689-F7C6-8100-1DDB-A4E32363823D}"/>
              </a:ext>
            </a:extLst>
          </p:cNvPr>
          <p:cNvPicPr>
            <a:picLocks noGrp="1" noChangeAspect="1"/>
          </p:cNvPicPr>
          <p:nvPr>
            <p:ph idx="1"/>
          </p:nvPr>
        </p:nvPicPr>
        <p:blipFill>
          <a:blip r:embed="rId2"/>
          <a:stretch>
            <a:fillRect/>
          </a:stretch>
        </p:blipFill>
        <p:spPr>
          <a:xfrm>
            <a:off x="3633991" y="854075"/>
            <a:ext cx="5074831" cy="5573713"/>
          </a:xfrm>
        </p:spPr>
      </p:pic>
    </p:spTree>
    <p:extLst>
      <p:ext uri="{BB962C8B-B14F-4D97-AF65-F5344CB8AC3E}">
        <p14:creationId xmlns:p14="http://schemas.microsoft.com/office/powerpoint/2010/main" val="3168794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596363-495F-548A-7D12-172B1B06CA1B}"/>
              </a:ext>
            </a:extLst>
          </p:cNvPr>
          <p:cNvSpPr>
            <a:spLocks noGrp="1"/>
          </p:cNvSpPr>
          <p:nvPr>
            <p:ph type="sldNum" sz="quarter" idx="12"/>
          </p:nvPr>
        </p:nvSpPr>
        <p:spPr/>
        <p:txBody>
          <a:bodyPr/>
          <a:lstStyle/>
          <a:p>
            <a:fld id="{8C2E478F-E849-4A8C-AF1F-CBCC78A7CBFA}" type="slidenum">
              <a:rPr lang="en-US" smtClean="0"/>
              <a:t>35</a:t>
            </a:fld>
            <a:endParaRPr lang="en-US" dirty="0"/>
          </a:p>
        </p:txBody>
      </p:sp>
      <p:sp>
        <p:nvSpPr>
          <p:cNvPr id="3" name="Text Placeholder 2">
            <a:extLst>
              <a:ext uri="{FF2B5EF4-FFF2-40B4-BE49-F238E27FC236}">
                <a16:creationId xmlns:a16="http://schemas.microsoft.com/office/drawing/2014/main" id="{55BD9984-5177-E063-58E6-EA1A9EC898EA}"/>
              </a:ext>
            </a:extLst>
          </p:cNvPr>
          <p:cNvSpPr>
            <a:spLocks noGrp="1"/>
          </p:cNvSpPr>
          <p:nvPr>
            <p:ph type="body" sz="quarter" idx="13"/>
          </p:nvPr>
        </p:nvSpPr>
        <p:spPr/>
        <p:txBody>
          <a:bodyPr/>
          <a:lstStyle/>
          <a:p>
            <a:r>
              <a:rPr lang="en-VN" b="1" dirty="0"/>
              <a:t>EXAMPLE</a:t>
            </a:r>
          </a:p>
        </p:txBody>
      </p:sp>
    </p:spTree>
    <p:extLst>
      <p:ext uri="{BB962C8B-B14F-4D97-AF65-F5344CB8AC3E}">
        <p14:creationId xmlns:p14="http://schemas.microsoft.com/office/powerpoint/2010/main" val="8140233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5B28C7-E9DC-A071-D03E-DCDE94AF6AB6}"/>
              </a:ext>
            </a:extLst>
          </p:cNvPr>
          <p:cNvSpPr>
            <a:spLocks noGrp="1"/>
          </p:cNvSpPr>
          <p:nvPr>
            <p:ph type="sldNum" sz="quarter" idx="12"/>
          </p:nvPr>
        </p:nvSpPr>
        <p:spPr/>
        <p:txBody>
          <a:bodyPr/>
          <a:lstStyle/>
          <a:p>
            <a:fld id="{8C2E478F-E849-4A8C-AF1F-CBCC78A7CBFA}" type="slidenum">
              <a:rPr lang="en-US" smtClean="0"/>
              <a:t>36</a:t>
            </a:fld>
            <a:endParaRPr lang="en-US" dirty="0"/>
          </a:p>
        </p:txBody>
      </p:sp>
      <p:sp>
        <p:nvSpPr>
          <p:cNvPr id="3" name="Title 2">
            <a:extLst>
              <a:ext uri="{FF2B5EF4-FFF2-40B4-BE49-F238E27FC236}">
                <a16:creationId xmlns:a16="http://schemas.microsoft.com/office/drawing/2014/main" id="{52958E6A-6811-A101-EBE5-9000DF825465}"/>
              </a:ext>
            </a:extLst>
          </p:cNvPr>
          <p:cNvSpPr>
            <a:spLocks noGrp="1"/>
          </p:cNvSpPr>
          <p:nvPr>
            <p:ph type="title"/>
          </p:nvPr>
        </p:nvSpPr>
        <p:spPr/>
        <p:txBody>
          <a:bodyPr/>
          <a:lstStyle/>
          <a:p>
            <a:r>
              <a:rPr lang="en-VN" dirty="0"/>
              <a:t>Example</a:t>
            </a:r>
          </a:p>
        </p:txBody>
      </p:sp>
      <p:sp>
        <p:nvSpPr>
          <p:cNvPr id="4" name="Content Placeholder 3">
            <a:extLst>
              <a:ext uri="{FF2B5EF4-FFF2-40B4-BE49-F238E27FC236}">
                <a16:creationId xmlns:a16="http://schemas.microsoft.com/office/drawing/2014/main" id="{2DE22D61-3180-D585-E102-7D4950A2ECC7}"/>
              </a:ext>
            </a:extLst>
          </p:cNvPr>
          <p:cNvSpPr>
            <a:spLocks noGrp="1"/>
          </p:cNvSpPr>
          <p:nvPr>
            <p:ph idx="1"/>
          </p:nvPr>
        </p:nvSpPr>
        <p:spPr/>
        <p:txBody>
          <a:bodyPr/>
          <a:lstStyle/>
          <a:p>
            <a:r>
              <a:rPr lang="en-VN" dirty="0"/>
              <a:t>Sử dụng 1 chip ATmega32 chế độ đơn kênh (single channel) của ADC trên AVR.</a:t>
            </a:r>
          </a:p>
          <a:p>
            <a:r>
              <a:rPr lang="en-VN" dirty="0"/>
              <a:t>Đọc điện áp từ chân ADC0, được tạo bằng biến trở.</a:t>
            </a:r>
          </a:p>
          <a:p>
            <a:r>
              <a:rPr lang="en-VN" dirty="0"/>
              <a:t>Kết quả chuyển đổi từ 0 đến 1023 được hiển thị trên 4 LED 7 đoạn, được điều khiển bằng 4 con IC 7447.</a:t>
            </a:r>
          </a:p>
          <a:p>
            <a:r>
              <a:rPr lang="en-VN" dirty="0"/>
              <a:t>Dữ liệu hiển thị xuất ra PB và PC:</a:t>
            </a:r>
          </a:p>
          <a:p>
            <a:pPr lvl="1"/>
            <a:r>
              <a:rPr lang="en-VN" dirty="0"/>
              <a:t>PC4 – PC7: Hàng nghìn.</a:t>
            </a:r>
          </a:p>
          <a:p>
            <a:pPr lvl="1"/>
            <a:r>
              <a:rPr lang="en-VN" dirty="0"/>
              <a:t>PC0 – PC3: Hàng trăm.</a:t>
            </a:r>
          </a:p>
          <a:p>
            <a:pPr lvl="1"/>
            <a:r>
              <a:rPr lang="en-VN" dirty="0"/>
              <a:t>PB4 – PB7: Hàng chục.</a:t>
            </a:r>
          </a:p>
          <a:p>
            <a:pPr lvl="1"/>
            <a:r>
              <a:rPr lang="en-VN" dirty="0"/>
              <a:t>PB0 – PB3: Hàng đơn vị.</a:t>
            </a:r>
          </a:p>
        </p:txBody>
      </p:sp>
    </p:spTree>
    <p:extLst>
      <p:ext uri="{BB962C8B-B14F-4D97-AF65-F5344CB8AC3E}">
        <p14:creationId xmlns:p14="http://schemas.microsoft.com/office/powerpoint/2010/main" val="42428814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842809-B02D-76CC-4653-480EB5013468}"/>
              </a:ext>
            </a:extLst>
          </p:cNvPr>
          <p:cNvSpPr>
            <a:spLocks noGrp="1"/>
          </p:cNvSpPr>
          <p:nvPr>
            <p:ph type="sldNum" sz="quarter" idx="12"/>
          </p:nvPr>
        </p:nvSpPr>
        <p:spPr/>
        <p:txBody>
          <a:bodyPr/>
          <a:lstStyle/>
          <a:p>
            <a:fld id="{8C2E478F-E849-4A8C-AF1F-CBCC78A7CBFA}" type="slidenum">
              <a:rPr lang="en-US" smtClean="0"/>
              <a:t>37</a:t>
            </a:fld>
            <a:endParaRPr lang="en-US" dirty="0"/>
          </a:p>
        </p:txBody>
      </p:sp>
      <p:sp>
        <p:nvSpPr>
          <p:cNvPr id="3" name="Title 2">
            <a:extLst>
              <a:ext uri="{FF2B5EF4-FFF2-40B4-BE49-F238E27FC236}">
                <a16:creationId xmlns:a16="http://schemas.microsoft.com/office/drawing/2014/main" id="{1F614438-CA60-1D64-0F95-DEA7BCC19354}"/>
              </a:ext>
            </a:extLst>
          </p:cNvPr>
          <p:cNvSpPr>
            <a:spLocks noGrp="1"/>
          </p:cNvSpPr>
          <p:nvPr>
            <p:ph type="title"/>
          </p:nvPr>
        </p:nvSpPr>
        <p:spPr/>
        <p:txBody>
          <a:bodyPr/>
          <a:lstStyle/>
          <a:p>
            <a:r>
              <a:rPr lang="en-VN" dirty="0"/>
              <a:t>Example</a:t>
            </a:r>
          </a:p>
        </p:txBody>
      </p:sp>
      <p:sp>
        <p:nvSpPr>
          <p:cNvPr id="5" name="TextBox 4">
            <a:extLst>
              <a:ext uri="{FF2B5EF4-FFF2-40B4-BE49-F238E27FC236}">
                <a16:creationId xmlns:a16="http://schemas.microsoft.com/office/drawing/2014/main" id="{18E89B96-2D4E-E18E-2E7C-A200DEDF2CA1}"/>
              </a:ext>
            </a:extLst>
          </p:cNvPr>
          <p:cNvSpPr txBox="1"/>
          <p:nvPr/>
        </p:nvSpPr>
        <p:spPr>
          <a:xfrm>
            <a:off x="2437183" y="682094"/>
            <a:ext cx="7317634" cy="5493812"/>
          </a:xfrm>
          <a:prstGeom prst="rect">
            <a:avLst/>
          </a:prstGeom>
          <a:noFill/>
          <a:ln w="12700">
            <a:solidFill>
              <a:schemeClr val="tx1"/>
            </a:solidFill>
          </a:ln>
        </p:spPr>
        <p:txBody>
          <a:bodyPr wrap="square">
            <a:spAutoFit/>
          </a:bodyPr>
          <a:lstStyle/>
          <a:p>
            <a:r>
              <a:rPr lang="en-US" sz="900" dirty="0">
                <a:solidFill>
                  <a:srgbClr val="0000FF"/>
                </a:solidFill>
                <a:highlight>
                  <a:srgbClr val="FFFFFF"/>
                </a:highlight>
                <a:latin typeface="Consolas" panose="020B0609020204030204" pitchFamily="49" charset="0"/>
              </a:rPr>
              <a:t>#include</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&lt;</a:t>
            </a:r>
            <a:r>
              <a:rPr lang="en-US" sz="900" dirty="0" err="1">
                <a:solidFill>
                  <a:srgbClr val="000000"/>
                </a:solidFill>
                <a:highlight>
                  <a:srgbClr val="FFFFFF"/>
                </a:highlight>
                <a:latin typeface="Consolas" panose="020B0609020204030204" pitchFamily="49" charset="0"/>
              </a:rPr>
              <a:t>avr</a:t>
            </a:r>
            <a:r>
              <a:rPr lang="en-US" sz="900" dirty="0">
                <a:solidFill>
                  <a:srgbClr val="000000"/>
                </a:solidFill>
                <a:highlight>
                  <a:srgbClr val="FFFFFF"/>
                </a:highlight>
                <a:latin typeface="Consolas" panose="020B0609020204030204" pitchFamily="49" charset="0"/>
              </a:rPr>
              <a:t>/</a:t>
            </a:r>
            <a:r>
              <a:rPr lang="en-US" sz="900" dirty="0" err="1">
                <a:solidFill>
                  <a:srgbClr val="000000"/>
                </a:solidFill>
                <a:highlight>
                  <a:srgbClr val="FFFFFF"/>
                </a:highlight>
                <a:latin typeface="Consolas" panose="020B0609020204030204" pitchFamily="49" charset="0"/>
              </a:rPr>
              <a:t>io.h</a:t>
            </a:r>
            <a:r>
              <a:rPr lang="en-US" sz="900" dirty="0">
                <a:solidFill>
                  <a:srgbClr val="000000"/>
                </a:solidFill>
                <a:highlight>
                  <a:srgbClr val="FFFFFF"/>
                </a:highlight>
                <a:latin typeface="Consolas" panose="020B0609020204030204" pitchFamily="49" charset="0"/>
              </a:rPr>
              <a:t>&gt;</a:t>
            </a:r>
          </a:p>
          <a:p>
            <a:r>
              <a:rPr lang="en-US" sz="900" dirty="0">
                <a:solidFill>
                  <a:srgbClr val="0000FF"/>
                </a:solidFill>
                <a:highlight>
                  <a:srgbClr val="FFFFFF"/>
                </a:highlight>
                <a:latin typeface="Consolas" panose="020B0609020204030204" pitchFamily="49" charset="0"/>
              </a:rPr>
              <a:t>#include</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&lt;util/</a:t>
            </a:r>
            <a:r>
              <a:rPr lang="en-US" sz="900" dirty="0" err="1">
                <a:solidFill>
                  <a:srgbClr val="000000"/>
                </a:solidFill>
                <a:highlight>
                  <a:srgbClr val="FFFFFF"/>
                </a:highlight>
                <a:latin typeface="Consolas" panose="020B0609020204030204" pitchFamily="49" charset="0"/>
              </a:rPr>
              <a:t>delay.h</a:t>
            </a:r>
            <a:r>
              <a:rPr lang="en-US" sz="900" dirty="0">
                <a:solidFill>
                  <a:srgbClr val="000000"/>
                </a:solidFill>
                <a:highlight>
                  <a:srgbClr val="FFFFFF"/>
                </a:highlight>
                <a:latin typeface="Consolas" panose="020B0609020204030204" pitchFamily="49" charset="0"/>
              </a:rPr>
              <a:t>&gt;</a:t>
            </a:r>
          </a:p>
          <a:p>
            <a:r>
              <a:rPr lang="en-US" sz="900" dirty="0">
                <a:solidFill>
                  <a:srgbClr val="0000FF"/>
                </a:solidFill>
                <a:highlight>
                  <a:srgbClr val="FFFFFF"/>
                </a:highlight>
                <a:latin typeface="Consolas" panose="020B0609020204030204" pitchFamily="49" charset="0"/>
              </a:rPr>
              <a:t>#define</a:t>
            </a:r>
            <a:r>
              <a:rPr lang="en-US" sz="900" dirty="0">
                <a:solidFill>
                  <a:srgbClr val="A31515"/>
                </a:solidFill>
                <a:highlight>
                  <a:srgbClr val="FFFFFF"/>
                </a:highlight>
                <a:latin typeface="Consolas" panose="020B0609020204030204" pitchFamily="49" charset="0"/>
              </a:rPr>
              <a:t> </a:t>
            </a:r>
            <a:r>
              <a:rPr lang="en-US" sz="900" dirty="0">
                <a:solidFill>
                  <a:srgbClr val="A000A0"/>
                </a:solidFill>
                <a:highlight>
                  <a:srgbClr val="FFFFFF"/>
                </a:highlight>
                <a:latin typeface="Consolas" panose="020B0609020204030204" pitchFamily="49" charset="0"/>
              </a:rPr>
              <a:t>AREF_MODE</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0</a:t>
            </a:r>
            <a:r>
              <a:rPr lang="en-US" sz="900" dirty="0">
                <a:solidFill>
                  <a:srgbClr val="A31515"/>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dien</a:t>
            </a:r>
            <a:r>
              <a:rPr lang="en-US" sz="900" dirty="0">
                <a:solidFill>
                  <a:srgbClr val="008000"/>
                </a:solidFill>
                <a:highlight>
                  <a:srgbClr val="FFFFFF"/>
                </a:highlight>
                <a:latin typeface="Consolas" panose="020B0609020204030204" pitchFamily="49" charset="0"/>
              </a:rPr>
              <a:t> ap </a:t>
            </a:r>
            <a:r>
              <a:rPr lang="en-US" sz="900" dirty="0" err="1">
                <a:solidFill>
                  <a:srgbClr val="008000"/>
                </a:solidFill>
                <a:highlight>
                  <a:srgbClr val="FFFFFF"/>
                </a:highlight>
                <a:latin typeface="Consolas" panose="020B0609020204030204" pitchFamily="49" charset="0"/>
              </a:rPr>
              <a:t>tham</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chieu</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ngoai</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dien</a:t>
            </a:r>
            <a:r>
              <a:rPr lang="en-US" sz="900" dirty="0">
                <a:solidFill>
                  <a:srgbClr val="008000"/>
                </a:solidFill>
                <a:highlight>
                  <a:srgbClr val="FFFFFF"/>
                </a:highlight>
                <a:latin typeface="Consolas" panose="020B0609020204030204" pitchFamily="49" charset="0"/>
              </a:rPr>
              <a:t> ap </a:t>
            </a:r>
            <a:r>
              <a:rPr lang="en-US" sz="900" dirty="0" err="1">
                <a:solidFill>
                  <a:srgbClr val="008000"/>
                </a:solidFill>
                <a:highlight>
                  <a:srgbClr val="FFFFFF"/>
                </a:highlight>
                <a:latin typeface="Consolas" panose="020B0609020204030204" pitchFamily="49" charset="0"/>
              </a:rPr>
              <a:t>tren</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chan</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Vref</a:t>
            </a:r>
            <a:endParaRPr lang="en-US" sz="900" dirty="0">
              <a:solidFill>
                <a:srgbClr val="000000"/>
              </a:solidFill>
              <a:highlight>
                <a:srgbClr val="FFFFFF"/>
              </a:highlight>
              <a:latin typeface="Consolas" panose="020B0609020204030204" pitchFamily="49" charset="0"/>
            </a:endParaRPr>
          </a:p>
          <a:p>
            <a:r>
              <a:rPr lang="en-US" sz="900" dirty="0">
                <a:solidFill>
                  <a:srgbClr val="0000FF"/>
                </a:solidFill>
                <a:highlight>
                  <a:srgbClr val="FFFFFF"/>
                </a:highlight>
                <a:latin typeface="Consolas" panose="020B0609020204030204" pitchFamily="49" charset="0"/>
              </a:rPr>
              <a:t>#define</a:t>
            </a:r>
            <a:r>
              <a:rPr lang="en-US" sz="900" dirty="0">
                <a:solidFill>
                  <a:srgbClr val="A31515"/>
                </a:solidFill>
                <a:highlight>
                  <a:srgbClr val="FFFFFF"/>
                </a:highlight>
                <a:latin typeface="Consolas" panose="020B0609020204030204" pitchFamily="49" charset="0"/>
              </a:rPr>
              <a:t> </a:t>
            </a:r>
            <a:r>
              <a:rPr lang="en-US" sz="900" dirty="0">
                <a:solidFill>
                  <a:srgbClr val="A000A0"/>
                </a:solidFill>
                <a:highlight>
                  <a:srgbClr val="FFFFFF"/>
                </a:highlight>
                <a:latin typeface="Consolas" panose="020B0609020204030204" pitchFamily="49" charset="0"/>
              </a:rPr>
              <a:t>AVCC_MODE</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(1</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&lt;&lt;</a:t>
            </a:r>
            <a:r>
              <a:rPr lang="en-US" sz="900" dirty="0">
                <a:solidFill>
                  <a:srgbClr val="A31515"/>
                </a:solidFill>
                <a:highlight>
                  <a:srgbClr val="FFFFFF"/>
                </a:highlight>
                <a:latin typeface="Consolas" panose="020B0609020204030204" pitchFamily="49" charset="0"/>
              </a:rPr>
              <a:t> </a:t>
            </a:r>
            <a:r>
              <a:rPr lang="en-US" sz="900" dirty="0">
                <a:solidFill>
                  <a:srgbClr val="A000A0"/>
                </a:solidFill>
                <a:highlight>
                  <a:srgbClr val="FFFFFF"/>
                </a:highlight>
                <a:latin typeface="Consolas" panose="020B0609020204030204" pitchFamily="49" charset="0"/>
              </a:rPr>
              <a:t>REFS0</a:t>
            </a:r>
            <a:r>
              <a:rPr lang="en-US" sz="900" dirty="0">
                <a:solidFill>
                  <a:srgbClr val="000000"/>
                </a:solidFill>
                <a:highlight>
                  <a:srgbClr val="FFFFFF"/>
                </a:highlight>
                <a:latin typeface="Consolas" panose="020B0609020204030204" pitchFamily="49" charset="0"/>
              </a:rPr>
              <a:t>)</a:t>
            </a:r>
            <a:r>
              <a:rPr lang="en-US" sz="900" dirty="0">
                <a:solidFill>
                  <a:srgbClr val="A31515"/>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dung </a:t>
            </a:r>
            <a:r>
              <a:rPr lang="en-US" sz="900" dirty="0" err="1">
                <a:solidFill>
                  <a:srgbClr val="008000"/>
                </a:solidFill>
                <a:highlight>
                  <a:srgbClr val="FFFFFF"/>
                </a:highlight>
                <a:latin typeface="Consolas" panose="020B0609020204030204" pitchFamily="49" charset="0"/>
              </a:rPr>
              <a:t>dien</a:t>
            </a:r>
            <a:r>
              <a:rPr lang="en-US" sz="900" dirty="0">
                <a:solidFill>
                  <a:srgbClr val="008000"/>
                </a:solidFill>
                <a:highlight>
                  <a:srgbClr val="FFFFFF"/>
                </a:highlight>
                <a:latin typeface="Consolas" panose="020B0609020204030204" pitchFamily="49" charset="0"/>
              </a:rPr>
              <a:t> ap </a:t>
            </a:r>
            <a:r>
              <a:rPr lang="en-US" sz="900" dirty="0" err="1">
                <a:solidFill>
                  <a:srgbClr val="008000"/>
                </a:solidFill>
                <a:highlight>
                  <a:srgbClr val="FFFFFF"/>
                </a:highlight>
                <a:latin typeface="Consolas" panose="020B0609020204030204" pitchFamily="49" charset="0"/>
              </a:rPr>
              <a:t>chan</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AVcc</a:t>
            </a:r>
            <a:r>
              <a:rPr lang="en-US" sz="900" dirty="0">
                <a:solidFill>
                  <a:srgbClr val="008000"/>
                </a:solidFill>
                <a:highlight>
                  <a:srgbClr val="FFFFFF"/>
                </a:highlight>
                <a:latin typeface="Consolas" panose="020B0609020204030204" pitchFamily="49" charset="0"/>
              </a:rPr>
              <a:t> lam </a:t>
            </a:r>
            <a:r>
              <a:rPr lang="en-US" sz="900" dirty="0" err="1">
                <a:solidFill>
                  <a:srgbClr val="008000"/>
                </a:solidFill>
                <a:highlight>
                  <a:srgbClr val="FFFFFF"/>
                </a:highlight>
                <a:latin typeface="Consolas" panose="020B0609020204030204" pitchFamily="49" charset="0"/>
              </a:rPr>
              <a:t>dien</a:t>
            </a:r>
            <a:r>
              <a:rPr lang="en-US" sz="900" dirty="0">
                <a:solidFill>
                  <a:srgbClr val="008000"/>
                </a:solidFill>
                <a:highlight>
                  <a:srgbClr val="FFFFFF"/>
                </a:highlight>
                <a:latin typeface="Consolas" panose="020B0609020204030204" pitchFamily="49" charset="0"/>
              </a:rPr>
              <a:t> ap </a:t>
            </a:r>
            <a:r>
              <a:rPr lang="en-US" sz="900" dirty="0" err="1">
                <a:solidFill>
                  <a:srgbClr val="008000"/>
                </a:solidFill>
                <a:highlight>
                  <a:srgbClr val="FFFFFF"/>
                </a:highlight>
                <a:latin typeface="Consolas" panose="020B0609020204030204" pitchFamily="49" charset="0"/>
              </a:rPr>
              <a:t>tham</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chieu</a:t>
            </a:r>
            <a:endParaRPr lang="en-US" sz="900" dirty="0">
              <a:solidFill>
                <a:srgbClr val="000000"/>
              </a:solidFill>
              <a:highlight>
                <a:srgbClr val="FFFFFF"/>
              </a:highlight>
              <a:latin typeface="Consolas" panose="020B0609020204030204" pitchFamily="49" charset="0"/>
            </a:endParaRPr>
          </a:p>
          <a:p>
            <a:r>
              <a:rPr lang="en-US" sz="900" dirty="0">
                <a:solidFill>
                  <a:srgbClr val="0000FF"/>
                </a:solidFill>
                <a:highlight>
                  <a:srgbClr val="FFFFFF"/>
                </a:highlight>
                <a:latin typeface="Consolas" panose="020B0609020204030204" pitchFamily="49" charset="0"/>
              </a:rPr>
              <a:t>#define</a:t>
            </a:r>
            <a:r>
              <a:rPr lang="en-US" sz="900" dirty="0">
                <a:solidFill>
                  <a:srgbClr val="A31515"/>
                </a:solidFill>
                <a:highlight>
                  <a:srgbClr val="FFFFFF"/>
                </a:highlight>
                <a:latin typeface="Consolas" panose="020B0609020204030204" pitchFamily="49" charset="0"/>
              </a:rPr>
              <a:t> </a:t>
            </a:r>
            <a:r>
              <a:rPr lang="en-US" sz="900" dirty="0">
                <a:solidFill>
                  <a:srgbClr val="A000A0"/>
                </a:solidFill>
                <a:highlight>
                  <a:srgbClr val="FFFFFF"/>
                </a:highlight>
                <a:latin typeface="Consolas" panose="020B0609020204030204" pitchFamily="49" charset="0"/>
              </a:rPr>
              <a:t>INT_MODE</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(1</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&lt;&lt;</a:t>
            </a:r>
            <a:r>
              <a:rPr lang="en-US" sz="900" dirty="0">
                <a:solidFill>
                  <a:srgbClr val="A31515"/>
                </a:solidFill>
                <a:highlight>
                  <a:srgbClr val="FFFFFF"/>
                </a:highlight>
                <a:latin typeface="Consolas" panose="020B0609020204030204" pitchFamily="49" charset="0"/>
              </a:rPr>
              <a:t> </a:t>
            </a:r>
            <a:r>
              <a:rPr lang="en-US" sz="900" dirty="0">
                <a:solidFill>
                  <a:srgbClr val="A000A0"/>
                </a:solidFill>
                <a:highlight>
                  <a:srgbClr val="FFFFFF"/>
                </a:highlight>
                <a:latin typeface="Consolas" panose="020B0609020204030204" pitchFamily="49" charset="0"/>
              </a:rPr>
              <a:t>REFS1</a:t>
            </a:r>
            <a:r>
              <a:rPr lang="en-US" sz="900" dirty="0">
                <a:solidFill>
                  <a:srgbClr val="000000"/>
                </a:solidFill>
                <a:highlight>
                  <a:srgbClr val="FFFFFF"/>
                </a:highlight>
                <a:latin typeface="Consolas" panose="020B0609020204030204" pitchFamily="49" charset="0"/>
              </a:rPr>
              <a:t>)</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(1</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&lt;&lt;</a:t>
            </a:r>
            <a:r>
              <a:rPr lang="en-US" sz="900" dirty="0">
                <a:solidFill>
                  <a:srgbClr val="A31515"/>
                </a:solidFill>
                <a:highlight>
                  <a:srgbClr val="FFFFFF"/>
                </a:highlight>
                <a:latin typeface="Consolas" panose="020B0609020204030204" pitchFamily="49" charset="0"/>
              </a:rPr>
              <a:t> </a:t>
            </a:r>
            <a:r>
              <a:rPr lang="en-US" sz="900" dirty="0">
                <a:solidFill>
                  <a:srgbClr val="A000A0"/>
                </a:solidFill>
                <a:highlight>
                  <a:srgbClr val="FFFFFF"/>
                </a:highlight>
                <a:latin typeface="Consolas" panose="020B0609020204030204" pitchFamily="49" charset="0"/>
              </a:rPr>
              <a:t>REFS0</a:t>
            </a:r>
            <a:r>
              <a:rPr lang="en-US" sz="900" dirty="0">
                <a:solidFill>
                  <a:srgbClr val="000000"/>
                </a:solidFill>
                <a:highlight>
                  <a:srgbClr val="FFFFFF"/>
                </a:highlight>
                <a:latin typeface="Consolas" panose="020B0609020204030204" pitchFamily="49" charset="0"/>
              </a:rPr>
              <a:t>)</a:t>
            </a:r>
            <a:r>
              <a:rPr lang="en-US" sz="900" dirty="0">
                <a:solidFill>
                  <a:srgbClr val="A31515"/>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dung </a:t>
            </a:r>
            <a:r>
              <a:rPr lang="en-US" sz="900" dirty="0" err="1">
                <a:solidFill>
                  <a:srgbClr val="008000"/>
                </a:solidFill>
                <a:highlight>
                  <a:srgbClr val="FFFFFF"/>
                </a:highlight>
                <a:latin typeface="Consolas" panose="020B0609020204030204" pitchFamily="49" charset="0"/>
              </a:rPr>
              <a:t>dien</a:t>
            </a:r>
            <a:r>
              <a:rPr lang="en-US" sz="900" dirty="0">
                <a:solidFill>
                  <a:srgbClr val="008000"/>
                </a:solidFill>
                <a:highlight>
                  <a:srgbClr val="FFFFFF"/>
                </a:highlight>
                <a:latin typeface="Consolas" panose="020B0609020204030204" pitchFamily="49" charset="0"/>
              </a:rPr>
              <a:t> ap </a:t>
            </a:r>
            <a:r>
              <a:rPr lang="en-US" sz="900" dirty="0" err="1">
                <a:solidFill>
                  <a:srgbClr val="008000"/>
                </a:solidFill>
                <a:highlight>
                  <a:srgbClr val="FFFFFF"/>
                </a:highlight>
                <a:latin typeface="Consolas" panose="020B0609020204030204" pitchFamily="49" charset="0"/>
              </a:rPr>
              <a:t>tham</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chieu</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noi</a:t>
            </a:r>
            <a:r>
              <a:rPr lang="en-US" sz="900" dirty="0">
                <a:solidFill>
                  <a:srgbClr val="008000"/>
                </a:solidFill>
                <a:highlight>
                  <a:srgbClr val="FFFFFF"/>
                </a:highlight>
                <a:latin typeface="Consolas" panose="020B0609020204030204" pitchFamily="49" charset="0"/>
              </a:rPr>
              <a:t> 2.56V</a:t>
            </a:r>
            <a:endParaRPr lang="en-US" sz="900" dirty="0">
              <a:solidFill>
                <a:srgbClr val="000000"/>
              </a:solidFill>
              <a:highlight>
                <a:srgbClr val="FFFFFF"/>
              </a:highlight>
              <a:latin typeface="Consolas" panose="020B0609020204030204" pitchFamily="49" charset="0"/>
            </a:endParaRPr>
          </a:p>
          <a:p>
            <a:r>
              <a:rPr lang="en-US" sz="900" dirty="0">
                <a:solidFill>
                  <a:srgbClr val="0000FF"/>
                </a:solidFill>
                <a:highlight>
                  <a:srgbClr val="FFFFFF"/>
                </a:highlight>
                <a:latin typeface="Consolas" panose="020B0609020204030204" pitchFamily="49" charset="0"/>
              </a:rPr>
              <a:t>#define</a:t>
            </a:r>
            <a:r>
              <a:rPr lang="en-US" sz="900" dirty="0">
                <a:solidFill>
                  <a:srgbClr val="A31515"/>
                </a:solidFill>
                <a:highlight>
                  <a:srgbClr val="FFFFFF"/>
                </a:highlight>
                <a:latin typeface="Consolas" panose="020B0609020204030204" pitchFamily="49" charset="0"/>
              </a:rPr>
              <a:t> </a:t>
            </a:r>
            <a:r>
              <a:rPr lang="en-US" sz="900" dirty="0">
                <a:solidFill>
                  <a:srgbClr val="A000A0"/>
                </a:solidFill>
                <a:highlight>
                  <a:srgbClr val="FFFFFF"/>
                </a:highlight>
                <a:latin typeface="Consolas" panose="020B0609020204030204" pitchFamily="49" charset="0"/>
              </a:rPr>
              <a:t>ADC_VREF_TYPE</a:t>
            </a:r>
            <a:r>
              <a:rPr lang="en-US" sz="900" dirty="0">
                <a:solidFill>
                  <a:srgbClr val="A31515"/>
                </a:solidFill>
                <a:highlight>
                  <a:srgbClr val="FFFFFF"/>
                </a:highlight>
                <a:latin typeface="Consolas" panose="020B0609020204030204" pitchFamily="49" charset="0"/>
              </a:rPr>
              <a:t> </a:t>
            </a:r>
            <a:r>
              <a:rPr lang="en-US" sz="900" dirty="0">
                <a:solidFill>
                  <a:srgbClr val="A000A0"/>
                </a:solidFill>
                <a:highlight>
                  <a:srgbClr val="FFFFFF"/>
                </a:highlight>
                <a:latin typeface="Consolas" panose="020B0609020204030204" pitchFamily="49" charset="0"/>
              </a:rPr>
              <a:t>AREF_MODE</a:t>
            </a:r>
            <a:r>
              <a:rPr lang="en-US" sz="900" dirty="0">
                <a:solidFill>
                  <a:srgbClr val="A31515"/>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dinh</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nghia</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dien</a:t>
            </a:r>
            <a:r>
              <a:rPr lang="en-US" sz="900" dirty="0">
                <a:solidFill>
                  <a:srgbClr val="008000"/>
                </a:solidFill>
                <a:highlight>
                  <a:srgbClr val="FFFFFF"/>
                </a:highlight>
                <a:latin typeface="Consolas" panose="020B0609020204030204" pitchFamily="49" charset="0"/>
              </a:rPr>
              <a:t> ap </a:t>
            </a:r>
            <a:r>
              <a:rPr lang="en-US" sz="900" dirty="0" err="1">
                <a:solidFill>
                  <a:srgbClr val="008000"/>
                </a:solidFill>
                <a:highlight>
                  <a:srgbClr val="FFFFFF"/>
                </a:highlight>
                <a:latin typeface="Consolas" panose="020B0609020204030204" pitchFamily="49" charset="0"/>
              </a:rPr>
              <a:t>tham</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chieu</a:t>
            </a:r>
            <a:endParaRPr lang="en-US" sz="900" dirty="0">
              <a:solidFill>
                <a:srgbClr val="000000"/>
              </a:solidFill>
              <a:highlight>
                <a:srgbClr val="FFFFFF"/>
              </a:highlight>
              <a:latin typeface="Consolas" panose="020B0609020204030204" pitchFamily="49" charset="0"/>
            </a:endParaRPr>
          </a:p>
          <a:p>
            <a:r>
              <a:rPr lang="en-US" sz="900" i="1" dirty="0">
                <a:solidFill>
                  <a:srgbClr val="0000FF"/>
                </a:solidFill>
                <a:highlight>
                  <a:srgbClr val="FFFFFF"/>
                </a:highlight>
                <a:latin typeface="Consolas" panose="020B0609020204030204" pitchFamily="49" charset="0"/>
              </a:rPr>
              <a:t>uint16_t</a:t>
            </a:r>
            <a:r>
              <a:rPr lang="en-US" sz="900" i="0" dirty="0">
                <a:solidFill>
                  <a:srgbClr val="A31515"/>
                </a:solidFill>
                <a:highlight>
                  <a:srgbClr val="FFFFFF"/>
                </a:highlight>
                <a:latin typeface="Consolas" panose="020B0609020204030204" pitchFamily="49" charset="0"/>
              </a:rPr>
              <a:t> </a:t>
            </a:r>
            <a:r>
              <a:rPr lang="en-US" sz="900" i="0" dirty="0" err="1">
                <a:solidFill>
                  <a:srgbClr val="000080"/>
                </a:solidFill>
                <a:highlight>
                  <a:srgbClr val="FFFFFF"/>
                </a:highlight>
                <a:latin typeface="Consolas" panose="020B0609020204030204" pitchFamily="49" charset="0"/>
              </a:rPr>
              <a:t>ADC_val</a:t>
            </a:r>
            <a:r>
              <a:rPr lang="en-US" sz="900" i="0" dirty="0">
                <a:solidFill>
                  <a:srgbClr val="000000"/>
                </a:solidFill>
                <a:highlight>
                  <a:srgbClr val="FFFFFF"/>
                </a:highlight>
                <a:latin typeface="Consolas" panose="020B0609020204030204" pitchFamily="49" charset="0"/>
              </a:rPr>
              <a:t>;</a:t>
            </a:r>
          </a:p>
          <a:p>
            <a:r>
              <a:rPr lang="en-US" sz="900" i="1" dirty="0">
                <a:solidFill>
                  <a:srgbClr val="0000FF"/>
                </a:solidFill>
                <a:highlight>
                  <a:srgbClr val="FFFFFF"/>
                </a:highlight>
                <a:latin typeface="Consolas" panose="020B0609020204030204" pitchFamily="49" charset="0"/>
              </a:rPr>
              <a:t>uint16_t</a:t>
            </a:r>
            <a:r>
              <a:rPr lang="en-US" sz="900" i="0" dirty="0">
                <a:solidFill>
                  <a:srgbClr val="A31515"/>
                </a:solidFill>
                <a:highlight>
                  <a:srgbClr val="FFFFFF"/>
                </a:highlight>
                <a:latin typeface="Consolas" panose="020B0609020204030204" pitchFamily="49" charset="0"/>
              </a:rPr>
              <a:t> </a:t>
            </a:r>
            <a:r>
              <a:rPr lang="en-US" sz="900" i="0" dirty="0" err="1">
                <a:solidFill>
                  <a:srgbClr val="880000"/>
                </a:solidFill>
                <a:highlight>
                  <a:srgbClr val="FFFFFF"/>
                </a:highlight>
                <a:latin typeface="Consolas" panose="020B0609020204030204" pitchFamily="49" charset="0"/>
              </a:rPr>
              <a:t>read_adc</a:t>
            </a:r>
            <a:r>
              <a:rPr lang="en-US" sz="900" i="0" dirty="0">
                <a:solidFill>
                  <a:srgbClr val="000000"/>
                </a:solidFill>
                <a:highlight>
                  <a:srgbClr val="FFFFFF"/>
                </a:highlight>
                <a:latin typeface="Consolas" panose="020B0609020204030204" pitchFamily="49" charset="0"/>
              </a:rPr>
              <a:t>(</a:t>
            </a:r>
            <a:r>
              <a:rPr lang="en-US" sz="900" i="0" dirty="0">
                <a:solidFill>
                  <a:srgbClr val="0000FF"/>
                </a:solidFill>
                <a:highlight>
                  <a:srgbClr val="FFFFFF"/>
                </a:highlight>
                <a:latin typeface="Consolas" panose="020B0609020204030204" pitchFamily="49" charset="0"/>
              </a:rPr>
              <a:t>unsigned</a:t>
            </a:r>
            <a:r>
              <a:rPr lang="en-US" sz="900" i="0" dirty="0">
                <a:solidFill>
                  <a:srgbClr val="A31515"/>
                </a:solidFill>
                <a:highlight>
                  <a:srgbClr val="FFFFFF"/>
                </a:highlight>
                <a:latin typeface="Consolas" panose="020B0609020204030204" pitchFamily="49" charset="0"/>
              </a:rPr>
              <a:t> </a:t>
            </a:r>
            <a:r>
              <a:rPr lang="en-US" sz="900" i="0" dirty="0">
                <a:solidFill>
                  <a:srgbClr val="0000FF"/>
                </a:solidFill>
                <a:highlight>
                  <a:srgbClr val="FFFFFF"/>
                </a:highlight>
                <a:latin typeface="Consolas" panose="020B0609020204030204" pitchFamily="49" charset="0"/>
              </a:rPr>
              <a:t>char</a:t>
            </a:r>
            <a:r>
              <a:rPr lang="en-US" sz="900" i="0" dirty="0">
                <a:solidFill>
                  <a:srgbClr val="A31515"/>
                </a:solidFill>
                <a:highlight>
                  <a:srgbClr val="FFFFFF"/>
                </a:highlight>
                <a:latin typeface="Consolas" panose="020B0609020204030204" pitchFamily="49" charset="0"/>
              </a:rPr>
              <a:t> </a:t>
            </a:r>
            <a:r>
              <a:rPr lang="en-US" sz="900" i="0" dirty="0" err="1">
                <a:solidFill>
                  <a:srgbClr val="000080"/>
                </a:solidFill>
                <a:highlight>
                  <a:srgbClr val="FFFFFF"/>
                </a:highlight>
                <a:latin typeface="Consolas" panose="020B0609020204030204" pitchFamily="49" charset="0"/>
              </a:rPr>
              <a:t>adc_channel</a:t>
            </a:r>
            <a:r>
              <a:rPr lang="en-US" sz="900" i="0" dirty="0">
                <a:solidFill>
                  <a:srgbClr val="000000"/>
                </a:solidFill>
                <a:highlight>
                  <a:srgbClr val="FFFFFF"/>
                </a:highlight>
                <a:latin typeface="Consolas" panose="020B0609020204030204" pitchFamily="49" charset="0"/>
              </a:rPr>
              <a:t>)</a:t>
            </a:r>
          </a:p>
          <a:p>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8000"/>
                </a:solidFill>
                <a:highlight>
                  <a:srgbClr val="FFFFFF"/>
                </a:highlight>
                <a:latin typeface="Consolas" panose="020B0609020204030204" pitchFamily="49" charset="0"/>
              </a:rPr>
              <a:t>// </a:t>
            </a:r>
            <a:r>
              <a:rPr lang="en-US" sz="900" i="0" dirty="0" err="1">
                <a:solidFill>
                  <a:srgbClr val="008000"/>
                </a:solidFill>
                <a:highlight>
                  <a:srgbClr val="FFFFFF"/>
                </a:highlight>
                <a:latin typeface="Consolas" panose="020B0609020204030204" pitchFamily="49" charset="0"/>
              </a:rPr>
              <a:t>chuong</a:t>
            </a:r>
            <a:r>
              <a:rPr lang="en-US" sz="900" i="0" dirty="0">
                <a:solidFill>
                  <a:srgbClr val="008000"/>
                </a:solidFill>
                <a:highlight>
                  <a:srgbClr val="FFFFFF"/>
                </a:highlight>
                <a:latin typeface="Consolas" panose="020B0609020204030204" pitchFamily="49" charset="0"/>
              </a:rPr>
              <a:t> </a:t>
            </a:r>
            <a:r>
              <a:rPr lang="en-US" sz="900" i="0" dirty="0" err="1">
                <a:solidFill>
                  <a:srgbClr val="008000"/>
                </a:solidFill>
                <a:highlight>
                  <a:srgbClr val="FFFFFF"/>
                </a:highlight>
                <a:latin typeface="Consolas" panose="020B0609020204030204" pitchFamily="49" charset="0"/>
              </a:rPr>
              <a:t>trinh</a:t>
            </a:r>
            <a:r>
              <a:rPr lang="en-US" sz="900" i="0" dirty="0">
                <a:solidFill>
                  <a:srgbClr val="008000"/>
                </a:solidFill>
                <a:highlight>
                  <a:srgbClr val="FFFFFF"/>
                </a:highlight>
                <a:latin typeface="Consolas" panose="020B0609020204030204" pitchFamily="49" charset="0"/>
              </a:rPr>
              <a:t> con doc ADC </a:t>
            </a:r>
            <a:r>
              <a:rPr lang="en-US" sz="900" i="0" dirty="0" err="1">
                <a:solidFill>
                  <a:srgbClr val="008000"/>
                </a:solidFill>
                <a:highlight>
                  <a:srgbClr val="FFFFFF"/>
                </a:highlight>
                <a:latin typeface="Consolas" panose="020B0609020204030204" pitchFamily="49" charset="0"/>
              </a:rPr>
              <a:t>theo</a:t>
            </a:r>
            <a:r>
              <a:rPr lang="en-US" sz="900" i="0" dirty="0">
                <a:solidFill>
                  <a:srgbClr val="008000"/>
                </a:solidFill>
                <a:highlight>
                  <a:srgbClr val="FFFFFF"/>
                </a:highlight>
                <a:latin typeface="Consolas" panose="020B0609020204030204" pitchFamily="49" charset="0"/>
              </a:rPr>
              <a:t> tung channel</a:t>
            </a:r>
            <a:endParaRPr lang="en-US" sz="900" i="0" dirty="0">
              <a:solidFill>
                <a:srgbClr val="000000"/>
              </a:solidFill>
              <a:highlight>
                <a:srgbClr val="FFFFFF"/>
              </a:highlight>
              <a:latin typeface="Consolas" panose="020B0609020204030204" pitchFamily="49" charset="0"/>
            </a:endParaRPr>
          </a:p>
          <a:p>
            <a:pPr lvl="1"/>
            <a:r>
              <a:rPr lang="en-US" sz="900" i="0" dirty="0">
                <a:solidFill>
                  <a:srgbClr val="A000A0"/>
                </a:solidFill>
                <a:highlight>
                  <a:srgbClr val="FFFFFF"/>
                </a:highlight>
                <a:latin typeface="Consolas" panose="020B0609020204030204" pitchFamily="49" charset="0"/>
              </a:rPr>
              <a:t>ADMUX</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err="1">
                <a:solidFill>
                  <a:srgbClr val="000080"/>
                </a:solidFill>
                <a:highlight>
                  <a:srgbClr val="FFFFFF"/>
                </a:highlight>
                <a:latin typeface="Consolas" panose="020B0609020204030204" pitchFamily="49" charset="0"/>
              </a:rPr>
              <a:t>adc_channel</a:t>
            </a:r>
            <a:r>
              <a:rPr lang="en-US" sz="900" i="0" dirty="0">
                <a:solidFill>
                  <a:srgbClr val="000000"/>
                </a:solidFill>
                <a:highlight>
                  <a:srgbClr val="FFFFFF"/>
                </a:highlight>
                <a:latin typeface="Consolas" panose="020B0609020204030204" pitchFamily="49" charset="0"/>
              </a:rPr>
              <a:t>;</a:t>
            </a:r>
          </a:p>
          <a:p>
            <a:pPr lvl="1"/>
            <a:r>
              <a:rPr lang="en-US" sz="900" i="0" dirty="0">
                <a:solidFill>
                  <a:srgbClr val="A000A0"/>
                </a:solidFill>
                <a:highlight>
                  <a:srgbClr val="FFFFFF"/>
                </a:highlight>
                <a:latin typeface="Consolas" panose="020B0609020204030204" pitchFamily="49" charset="0"/>
              </a:rPr>
              <a:t>ADCSRA</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(1</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&lt;&lt;</a:t>
            </a:r>
            <a:r>
              <a:rPr lang="en-US" sz="900" i="0" dirty="0">
                <a:solidFill>
                  <a:srgbClr val="A31515"/>
                </a:solidFill>
                <a:highlight>
                  <a:srgbClr val="FFFFFF"/>
                </a:highlight>
                <a:latin typeface="Consolas" panose="020B0609020204030204" pitchFamily="49" charset="0"/>
              </a:rPr>
              <a:t> </a:t>
            </a:r>
            <a:r>
              <a:rPr lang="en-US" sz="900" i="0" dirty="0">
                <a:solidFill>
                  <a:srgbClr val="A000A0"/>
                </a:solidFill>
                <a:highlight>
                  <a:srgbClr val="FFFFFF"/>
                </a:highlight>
                <a:latin typeface="Consolas" panose="020B0609020204030204" pitchFamily="49" charset="0"/>
              </a:rPr>
              <a:t>ADSC</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8000"/>
                </a:solidFill>
                <a:highlight>
                  <a:srgbClr val="FFFFFF"/>
                </a:highlight>
                <a:latin typeface="Consolas" panose="020B0609020204030204" pitchFamily="49" charset="0"/>
              </a:rPr>
              <a:t>// bat </a:t>
            </a:r>
            <a:r>
              <a:rPr lang="en-US" sz="900" i="0" dirty="0" err="1">
                <a:solidFill>
                  <a:srgbClr val="008000"/>
                </a:solidFill>
                <a:highlight>
                  <a:srgbClr val="FFFFFF"/>
                </a:highlight>
                <a:latin typeface="Consolas" panose="020B0609020204030204" pitchFamily="49" charset="0"/>
              </a:rPr>
              <a:t>dau</a:t>
            </a:r>
            <a:r>
              <a:rPr lang="en-US" sz="900" i="0" dirty="0">
                <a:solidFill>
                  <a:srgbClr val="008000"/>
                </a:solidFill>
                <a:highlight>
                  <a:srgbClr val="FFFFFF"/>
                </a:highlight>
                <a:latin typeface="Consolas" panose="020B0609020204030204" pitchFamily="49" charset="0"/>
              </a:rPr>
              <a:t> </a:t>
            </a:r>
            <a:r>
              <a:rPr lang="en-US" sz="900" i="0" dirty="0" err="1">
                <a:solidFill>
                  <a:srgbClr val="008000"/>
                </a:solidFill>
                <a:highlight>
                  <a:srgbClr val="FFFFFF"/>
                </a:highlight>
                <a:latin typeface="Consolas" panose="020B0609020204030204" pitchFamily="49" charset="0"/>
              </a:rPr>
              <a:t>chuyen</a:t>
            </a:r>
            <a:r>
              <a:rPr lang="en-US" sz="900" i="0" dirty="0">
                <a:solidFill>
                  <a:srgbClr val="008000"/>
                </a:solidFill>
                <a:highlight>
                  <a:srgbClr val="FFFFFF"/>
                </a:highlight>
                <a:latin typeface="Consolas" panose="020B0609020204030204" pitchFamily="49" charset="0"/>
              </a:rPr>
              <a:t> </a:t>
            </a:r>
            <a:r>
              <a:rPr lang="en-US" sz="900" i="0" dirty="0" err="1">
                <a:solidFill>
                  <a:srgbClr val="008000"/>
                </a:solidFill>
                <a:highlight>
                  <a:srgbClr val="FFFFFF"/>
                </a:highlight>
                <a:latin typeface="Consolas" panose="020B0609020204030204" pitchFamily="49" charset="0"/>
              </a:rPr>
              <a:t>doi</a:t>
            </a:r>
            <a:endParaRPr lang="en-US" sz="900" i="0" dirty="0">
              <a:solidFill>
                <a:srgbClr val="000000"/>
              </a:solidFill>
              <a:highlight>
                <a:srgbClr val="FFFFFF"/>
              </a:highlight>
              <a:latin typeface="Consolas" panose="020B0609020204030204" pitchFamily="49" charset="0"/>
            </a:endParaRPr>
          </a:p>
          <a:p>
            <a:pPr lvl="1"/>
            <a:r>
              <a:rPr lang="en-US" sz="900" i="0" dirty="0" err="1">
                <a:solidFill>
                  <a:srgbClr val="A000A0"/>
                </a:solidFill>
                <a:highlight>
                  <a:srgbClr val="FFFFFF"/>
                </a:highlight>
                <a:latin typeface="Consolas" panose="020B0609020204030204" pitchFamily="49" charset="0"/>
              </a:rPr>
              <a:t>loop_until_bit_is_set</a:t>
            </a:r>
            <a:r>
              <a:rPr lang="en-US" sz="900" i="0" dirty="0">
                <a:solidFill>
                  <a:srgbClr val="000000"/>
                </a:solidFill>
                <a:highlight>
                  <a:srgbClr val="FFFFFF"/>
                </a:highlight>
                <a:latin typeface="Consolas" panose="020B0609020204030204" pitchFamily="49" charset="0"/>
              </a:rPr>
              <a:t>(</a:t>
            </a:r>
            <a:r>
              <a:rPr lang="en-US" sz="900" i="0" dirty="0">
                <a:solidFill>
                  <a:srgbClr val="A000A0"/>
                </a:solidFill>
                <a:highlight>
                  <a:srgbClr val="FFFFFF"/>
                </a:highlight>
                <a:latin typeface="Consolas" panose="020B0609020204030204" pitchFamily="49" charset="0"/>
              </a:rPr>
              <a:t>ADCSRA</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A000A0"/>
                </a:solidFill>
                <a:highlight>
                  <a:srgbClr val="FFFFFF"/>
                </a:highlight>
                <a:latin typeface="Consolas" panose="020B0609020204030204" pitchFamily="49" charset="0"/>
              </a:rPr>
              <a:t>ADIF</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8000"/>
                </a:solidFill>
                <a:highlight>
                  <a:srgbClr val="FFFFFF"/>
                </a:highlight>
                <a:latin typeface="Consolas" panose="020B0609020204030204" pitchFamily="49" charset="0"/>
              </a:rPr>
              <a:t>// </a:t>
            </a:r>
            <a:r>
              <a:rPr lang="en-US" sz="900" i="0" dirty="0" err="1">
                <a:solidFill>
                  <a:srgbClr val="008000"/>
                </a:solidFill>
                <a:highlight>
                  <a:srgbClr val="FFFFFF"/>
                </a:highlight>
                <a:latin typeface="Consolas" panose="020B0609020204030204" pitchFamily="49" charset="0"/>
              </a:rPr>
              <a:t>cho</a:t>
            </a:r>
            <a:r>
              <a:rPr lang="en-US" sz="900" i="0" dirty="0">
                <a:solidFill>
                  <a:srgbClr val="008000"/>
                </a:solidFill>
                <a:highlight>
                  <a:srgbClr val="FFFFFF"/>
                </a:highlight>
                <a:latin typeface="Consolas" panose="020B0609020204030204" pitchFamily="49" charset="0"/>
              </a:rPr>
              <a:t> den </a:t>
            </a:r>
            <a:r>
              <a:rPr lang="en-US" sz="900" i="0" dirty="0" err="1">
                <a:solidFill>
                  <a:srgbClr val="008000"/>
                </a:solidFill>
                <a:highlight>
                  <a:srgbClr val="FFFFFF"/>
                </a:highlight>
                <a:latin typeface="Consolas" panose="020B0609020204030204" pitchFamily="49" charset="0"/>
              </a:rPr>
              <a:t>khi</a:t>
            </a:r>
            <a:r>
              <a:rPr lang="en-US" sz="900" i="0" dirty="0">
                <a:solidFill>
                  <a:srgbClr val="008000"/>
                </a:solidFill>
                <a:highlight>
                  <a:srgbClr val="FFFFFF"/>
                </a:highlight>
                <a:latin typeface="Consolas" panose="020B0609020204030204" pitchFamily="49" charset="0"/>
              </a:rPr>
              <a:t> nao bit ADIF==1</a:t>
            </a:r>
            <a:endParaRPr lang="en-US" sz="900" i="0" dirty="0">
              <a:solidFill>
                <a:srgbClr val="000000"/>
              </a:solidFill>
              <a:highlight>
                <a:srgbClr val="FFFFFF"/>
              </a:highlight>
              <a:latin typeface="Consolas" panose="020B0609020204030204" pitchFamily="49" charset="0"/>
            </a:endParaRPr>
          </a:p>
          <a:p>
            <a:pPr lvl="1"/>
            <a:r>
              <a:rPr lang="en-US" sz="900" i="0" dirty="0">
                <a:solidFill>
                  <a:srgbClr val="0000FF"/>
                </a:solidFill>
                <a:highlight>
                  <a:srgbClr val="FFFFFF"/>
                </a:highlight>
                <a:latin typeface="Consolas" panose="020B0609020204030204" pitchFamily="49" charset="0"/>
              </a:rPr>
              <a:t>return</a:t>
            </a:r>
            <a:r>
              <a:rPr lang="en-US" sz="900" i="0" dirty="0">
                <a:solidFill>
                  <a:srgbClr val="A31515"/>
                </a:solidFill>
                <a:highlight>
                  <a:srgbClr val="FFFFFF"/>
                </a:highlight>
                <a:latin typeface="Consolas" panose="020B0609020204030204" pitchFamily="49" charset="0"/>
              </a:rPr>
              <a:t> </a:t>
            </a:r>
            <a:r>
              <a:rPr lang="en-US" sz="900" i="0" dirty="0">
                <a:solidFill>
                  <a:srgbClr val="A000A0"/>
                </a:solidFill>
                <a:highlight>
                  <a:srgbClr val="FFFFFF"/>
                </a:highlight>
                <a:latin typeface="Consolas" panose="020B0609020204030204" pitchFamily="49" charset="0"/>
              </a:rPr>
              <a:t>ADCW</a:t>
            </a:r>
            <a:r>
              <a:rPr lang="en-US" sz="900" i="0" dirty="0">
                <a:solidFill>
                  <a:srgbClr val="000000"/>
                </a:solidFill>
                <a:highlight>
                  <a:srgbClr val="FFFFFF"/>
                </a:highlight>
                <a:latin typeface="Consolas" panose="020B0609020204030204" pitchFamily="49" charset="0"/>
              </a:rPr>
              <a:t>;</a:t>
            </a:r>
          </a:p>
          <a:p>
            <a:r>
              <a:rPr lang="en-US" sz="900" i="0" dirty="0">
                <a:solidFill>
                  <a:srgbClr val="000000"/>
                </a:solidFill>
                <a:highlight>
                  <a:srgbClr val="FFFFFF"/>
                </a:highlight>
                <a:latin typeface="Consolas" panose="020B0609020204030204" pitchFamily="49" charset="0"/>
              </a:rPr>
              <a:t>}</a:t>
            </a:r>
          </a:p>
          <a:p>
            <a:r>
              <a:rPr lang="en-US" sz="900" i="0" dirty="0">
                <a:solidFill>
                  <a:srgbClr val="0000FF"/>
                </a:solidFill>
                <a:highlight>
                  <a:srgbClr val="FFFFFF"/>
                </a:highlight>
                <a:latin typeface="Consolas" panose="020B0609020204030204" pitchFamily="49" charset="0"/>
              </a:rPr>
              <a:t>void</a:t>
            </a:r>
            <a:r>
              <a:rPr lang="en-US" sz="900" i="0" dirty="0">
                <a:solidFill>
                  <a:srgbClr val="A31515"/>
                </a:solidFill>
                <a:highlight>
                  <a:srgbClr val="FFFFFF"/>
                </a:highlight>
                <a:latin typeface="Consolas" panose="020B0609020204030204" pitchFamily="49" charset="0"/>
              </a:rPr>
              <a:t> </a:t>
            </a:r>
            <a:r>
              <a:rPr lang="en-US" sz="900" i="0" dirty="0">
                <a:solidFill>
                  <a:srgbClr val="880000"/>
                </a:solidFill>
                <a:highlight>
                  <a:srgbClr val="FFFFFF"/>
                </a:highlight>
                <a:latin typeface="Consolas" panose="020B0609020204030204" pitchFamily="49" charset="0"/>
              </a:rPr>
              <a:t>LED7_out</a:t>
            </a:r>
            <a:r>
              <a:rPr lang="en-US" sz="900" i="0" dirty="0">
                <a:solidFill>
                  <a:srgbClr val="000000"/>
                </a:solidFill>
                <a:highlight>
                  <a:srgbClr val="FFFFFF"/>
                </a:highlight>
                <a:latin typeface="Consolas" panose="020B0609020204030204" pitchFamily="49" charset="0"/>
              </a:rPr>
              <a:t>(</a:t>
            </a:r>
            <a:r>
              <a:rPr lang="en-US" sz="900" i="1" dirty="0">
                <a:solidFill>
                  <a:srgbClr val="0000FF"/>
                </a:solidFill>
                <a:highlight>
                  <a:srgbClr val="FFFFFF"/>
                </a:highlight>
                <a:latin typeface="Consolas" panose="020B0609020204030204" pitchFamily="49" charset="0"/>
              </a:rPr>
              <a:t>uint16_t</a:t>
            </a:r>
            <a:r>
              <a:rPr lang="en-US" sz="900" i="0" dirty="0">
                <a:solidFill>
                  <a:srgbClr val="A31515"/>
                </a:solidFill>
                <a:highlight>
                  <a:srgbClr val="FFFFFF"/>
                </a:highlight>
                <a:latin typeface="Consolas" panose="020B0609020204030204" pitchFamily="49" charset="0"/>
              </a:rPr>
              <a:t> </a:t>
            </a:r>
            <a:r>
              <a:rPr lang="en-US" sz="900" i="0" dirty="0" err="1">
                <a:solidFill>
                  <a:srgbClr val="000080"/>
                </a:solidFill>
                <a:highlight>
                  <a:srgbClr val="FFFFFF"/>
                </a:highlight>
                <a:latin typeface="Consolas" panose="020B0609020204030204" pitchFamily="49" charset="0"/>
              </a:rPr>
              <a:t>val</a:t>
            </a:r>
            <a:r>
              <a:rPr lang="en-US" sz="900" i="0" dirty="0">
                <a:solidFill>
                  <a:srgbClr val="000000"/>
                </a:solidFill>
                <a:highlight>
                  <a:srgbClr val="FFFFFF"/>
                </a:highlight>
                <a:latin typeface="Consolas" panose="020B0609020204030204" pitchFamily="49" charset="0"/>
              </a:rPr>
              <a:t>)</a:t>
            </a:r>
          </a:p>
          <a:p>
            <a:r>
              <a:rPr lang="en-US" sz="900" i="0" dirty="0">
                <a:solidFill>
                  <a:srgbClr val="000000"/>
                </a:solidFill>
                <a:highlight>
                  <a:srgbClr val="FFFFFF"/>
                </a:highlight>
                <a:latin typeface="Consolas" panose="020B0609020204030204" pitchFamily="49" charset="0"/>
              </a:rPr>
              <a:t>{</a:t>
            </a:r>
          </a:p>
          <a:p>
            <a:pPr lvl="1"/>
            <a:r>
              <a:rPr lang="en-US" sz="900" i="1" dirty="0">
                <a:solidFill>
                  <a:srgbClr val="0000FF"/>
                </a:solidFill>
                <a:highlight>
                  <a:srgbClr val="FFFFFF"/>
                </a:highlight>
                <a:latin typeface="Consolas" panose="020B0609020204030204" pitchFamily="49" charset="0"/>
              </a:rPr>
              <a:t>uint16_t</a:t>
            </a:r>
            <a:r>
              <a:rPr lang="en-US" sz="900" i="0" dirty="0">
                <a:solidFill>
                  <a:srgbClr val="A31515"/>
                </a:solidFill>
                <a:highlight>
                  <a:srgbClr val="FFFFFF"/>
                </a:highlight>
                <a:latin typeface="Consolas" panose="020B0609020204030204" pitchFamily="49" charset="0"/>
              </a:rPr>
              <a:t> </a:t>
            </a:r>
            <a:r>
              <a:rPr lang="en-US" sz="900" i="0" dirty="0">
                <a:solidFill>
                  <a:srgbClr val="000080"/>
                </a:solidFill>
                <a:highlight>
                  <a:srgbClr val="FFFFFF"/>
                </a:highlight>
                <a:latin typeface="Consolas" panose="020B0609020204030204" pitchFamily="49" charset="0"/>
              </a:rPr>
              <a:t>digits</a:t>
            </a:r>
            <a:r>
              <a:rPr lang="en-US" sz="900" i="0" dirty="0">
                <a:solidFill>
                  <a:srgbClr val="000000"/>
                </a:solidFill>
                <a:highlight>
                  <a:srgbClr val="FFFFFF"/>
                </a:highlight>
                <a:latin typeface="Consolas" panose="020B0609020204030204" pitchFamily="49" charset="0"/>
              </a:rPr>
              <a:t>[4];</a:t>
            </a:r>
          </a:p>
          <a:p>
            <a:pPr lvl="1"/>
            <a:r>
              <a:rPr lang="nn-NO" sz="900" i="0" dirty="0">
                <a:solidFill>
                  <a:srgbClr val="0000FF"/>
                </a:solidFill>
                <a:highlight>
                  <a:srgbClr val="FFFFFF"/>
                </a:highlight>
                <a:latin typeface="Consolas" panose="020B0609020204030204" pitchFamily="49" charset="0"/>
              </a:rPr>
              <a:t>for</a:t>
            </a:r>
            <a:r>
              <a:rPr lang="nn-NO" sz="900" i="0" dirty="0">
                <a:solidFill>
                  <a:srgbClr val="A31515"/>
                </a:solidFill>
                <a:highlight>
                  <a:srgbClr val="FFFFFF"/>
                </a:highlight>
                <a:latin typeface="Consolas" panose="020B0609020204030204" pitchFamily="49" charset="0"/>
              </a:rPr>
              <a:t> </a:t>
            </a:r>
            <a:r>
              <a:rPr lang="nn-NO" sz="900" i="0" dirty="0">
                <a:solidFill>
                  <a:srgbClr val="000000"/>
                </a:solidFill>
                <a:highlight>
                  <a:srgbClr val="FFFFFF"/>
                </a:highlight>
                <a:latin typeface="Consolas" panose="020B0609020204030204" pitchFamily="49" charset="0"/>
              </a:rPr>
              <a:t>(</a:t>
            </a:r>
            <a:r>
              <a:rPr lang="nn-NO" sz="900" i="1" dirty="0">
                <a:solidFill>
                  <a:srgbClr val="0000FF"/>
                </a:solidFill>
                <a:highlight>
                  <a:srgbClr val="FFFFFF"/>
                </a:highlight>
                <a:latin typeface="Consolas" panose="020B0609020204030204" pitchFamily="49" charset="0"/>
              </a:rPr>
              <a:t>uint8_t</a:t>
            </a:r>
            <a:r>
              <a:rPr lang="nn-NO" sz="900" i="0" dirty="0">
                <a:solidFill>
                  <a:srgbClr val="A31515"/>
                </a:solidFill>
                <a:highlight>
                  <a:srgbClr val="FFFFFF"/>
                </a:highlight>
                <a:latin typeface="Consolas" panose="020B0609020204030204" pitchFamily="49" charset="0"/>
              </a:rPr>
              <a:t> </a:t>
            </a:r>
            <a:r>
              <a:rPr lang="nn-NO" sz="900" i="0" dirty="0">
                <a:solidFill>
                  <a:srgbClr val="000080"/>
                </a:solidFill>
                <a:highlight>
                  <a:srgbClr val="FFFFFF"/>
                </a:highlight>
                <a:latin typeface="Consolas" panose="020B0609020204030204" pitchFamily="49" charset="0"/>
              </a:rPr>
              <a:t>i</a:t>
            </a:r>
            <a:r>
              <a:rPr lang="nn-NO" sz="900" i="0" dirty="0">
                <a:solidFill>
                  <a:srgbClr val="A31515"/>
                </a:solidFill>
                <a:highlight>
                  <a:srgbClr val="FFFFFF"/>
                </a:highlight>
                <a:latin typeface="Consolas" panose="020B0609020204030204" pitchFamily="49" charset="0"/>
              </a:rPr>
              <a:t> </a:t>
            </a:r>
            <a:r>
              <a:rPr lang="nn-NO" sz="900" i="0" dirty="0">
                <a:solidFill>
                  <a:srgbClr val="000000"/>
                </a:solidFill>
                <a:highlight>
                  <a:srgbClr val="FFFFFF"/>
                </a:highlight>
                <a:latin typeface="Consolas" panose="020B0609020204030204" pitchFamily="49" charset="0"/>
              </a:rPr>
              <a:t>=</a:t>
            </a:r>
            <a:r>
              <a:rPr lang="nn-NO" sz="900" i="0" dirty="0">
                <a:solidFill>
                  <a:srgbClr val="A31515"/>
                </a:solidFill>
                <a:highlight>
                  <a:srgbClr val="FFFFFF"/>
                </a:highlight>
                <a:latin typeface="Consolas" panose="020B0609020204030204" pitchFamily="49" charset="0"/>
              </a:rPr>
              <a:t> </a:t>
            </a:r>
            <a:r>
              <a:rPr lang="nn-NO" sz="900" i="0" dirty="0">
                <a:solidFill>
                  <a:srgbClr val="000000"/>
                </a:solidFill>
                <a:highlight>
                  <a:srgbClr val="FFFFFF"/>
                </a:highlight>
                <a:latin typeface="Consolas" panose="020B0609020204030204" pitchFamily="49" charset="0"/>
              </a:rPr>
              <a:t>0;</a:t>
            </a:r>
            <a:r>
              <a:rPr lang="nn-NO" sz="900" i="0" dirty="0">
                <a:solidFill>
                  <a:srgbClr val="A31515"/>
                </a:solidFill>
                <a:highlight>
                  <a:srgbClr val="FFFFFF"/>
                </a:highlight>
                <a:latin typeface="Consolas" panose="020B0609020204030204" pitchFamily="49" charset="0"/>
              </a:rPr>
              <a:t> </a:t>
            </a:r>
            <a:r>
              <a:rPr lang="nn-NO" sz="900" i="0" dirty="0">
                <a:solidFill>
                  <a:srgbClr val="000080"/>
                </a:solidFill>
                <a:highlight>
                  <a:srgbClr val="FFFFFF"/>
                </a:highlight>
                <a:latin typeface="Consolas" panose="020B0609020204030204" pitchFamily="49" charset="0"/>
              </a:rPr>
              <a:t>i</a:t>
            </a:r>
            <a:r>
              <a:rPr lang="nn-NO" sz="900" i="0" dirty="0">
                <a:solidFill>
                  <a:srgbClr val="A31515"/>
                </a:solidFill>
                <a:highlight>
                  <a:srgbClr val="FFFFFF"/>
                </a:highlight>
                <a:latin typeface="Consolas" panose="020B0609020204030204" pitchFamily="49" charset="0"/>
              </a:rPr>
              <a:t> </a:t>
            </a:r>
            <a:r>
              <a:rPr lang="nn-NO" sz="900" i="0" dirty="0">
                <a:solidFill>
                  <a:srgbClr val="000000"/>
                </a:solidFill>
                <a:highlight>
                  <a:srgbClr val="FFFFFF"/>
                </a:highlight>
                <a:latin typeface="Consolas" panose="020B0609020204030204" pitchFamily="49" charset="0"/>
              </a:rPr>
              <a:t>&lt;</a:t>
            </a:r>
            <a:r>
              <a:rPr lang="nn-NO" sz="900" i="0" dirty="0">
                <a:solidFill>
                  <a:srgbClr val="A31515"/>
                </a:solidFill>
                <a:highlight>
                  <a:srgbClr val="FFFFFF"/>
                </a:highlight>
                <a:latin typeface="Consolas" panose="020B0609020204030204" pitchFamily="49" charset="0"/>
              </a:rPr>
              <a:t> </a:t>
            </a:r>
            <a:r>
              <a:rPr lang="nn-NO" sz="900" i="0" dirty="0">
                <a:solidFill>
                  <a:srgbClr val="000000"/>
                </a:solidFill>
                <a:highlight>
                  <a:srgbClr val="FFFFFF"/>
                </a:highlight>
                <a:latin typeface="Consolas" panose="020B0609020204030204" pitchFamily="49" charset="0"/>
              </a:rPr>
              <a:t>4;</a:t>
            </a:r>
            <a:r>
              <a:rPr lang="nn-NO" sz="900" i="0" dirty="0">
                <a:solidFill>
                  <a:srgbClr val="A31515"/>
                </a:solidFill>
                <a:highlight>
                  <a:srgbClr val="FFFFFF"/>
                </a:highlight>
                <a:latin typeface="Consolas" panose="020B0609020204030204" pitchFamily="49" charset="0"/>
              </a:rPr>
              <a:t> </a:t>
            </a:r>
            <a:r>
              <a:rPr lang="nn-NO" sz="900" i="0" dirty="0">
                <a:solidFill>
                  <a:srgbClr val="000080"/>
                </a:solidFill>
                <a:highlight>
                  <a:srgbClr val="FFFFFF"/>
                </a:highlight>
                <a:latin typeface="Consolas" panose="020B0609020204030204" pitchFamily="49" charset="0"/>
              </a:rPr>
              <a:t>i</a:t>
            </a:r>
            <a:r>
              <a:rPr lang="nn-NO" sz="900" i="0" dirty="0">
                <a:solidFill>
                  <a:srgbClr val="000000"/>
                </a:solidFill>
                <a:highlight>
                  <a:srgbClr val="FFFFFF"/>
                </a:highlight>
                <a:latin typeface="Consolas" panose="020B0609020204030204" pitchFamily="49" charset="0"/>
              </a:rPr>
              <a:t>++)</a:t>
            </a:r>
          </a:p>
          <a:p>
            <a:pPr lvl="1"/>
            <a:r>
              <a:rPr lang="en-US" sz="900" i="0" dirty="0">
                <a:solidFill>
                  <a:srgbClr val="000000"/>
                </a:solidFill>
                <a:highlight>
                  <a:srgbClr val="FFFFFF"/>
                </a:highlight>
                <a:latin typeface="Consolas" panose="020B0609020204030204" pitchFamily="49" charset="0"/>
              </a:rPr>
              <a:t>{</a:t>
            </a:r>
          </a:p>
          <a:p>
            <a:pPr lvl="1"/>
            <a:r>
              <a:rPr lang="en-US" sz="900" i="0" dirty="0">
                <a:solidFill>
                  <a:srgbClr val="000080"/>
                </a:solidFill>
                <a:highlight>
                  <a:srgbClr val="FFFFFF"/>
                </a:highlight>
                <a:latin typeface="Consolas" panose="020B0609020204030204" pitchFamily="49" charset="0"/>
              </a:rPr>
              <a:t>digits</a:t>
            </a:r>
            <a:r>
              <a:rPr lang="en-US" sz="900" i="0" dirty="0">
                <a:solidFill>
                  <a:srgbClr val="000000"/>
                </a:solidFill>
                <a:highlight>
                  <a:srgbClr val="FFFFFF"/>
                </a:highlight>
                <a:latin typeface="Consolas" panose="020B0609020204030204" pitchFamily="49" charset="0"/>
              </a:rPr>
              <a:t>[3</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err="1">
                <a:solidFill>
                  <a:srgbClr val="000080"/>
                </a:solidFill>
                <a:highlight>
                  <a:srgbClr val="FFFFFF"/>
                </a:highlight>
                <a:latin typeface="Consolas" panose="020B0609020204030204" pitchFamily="49" charset="0"/>
              </a:rPr>
              <a:t>i</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err="1">
                <a:solidFill>
                  <a:srgbClr val="000080"/>
                </a:solidFill>
                <a:highlight>
                  <a:srgbClr val="FFFFFF"/>
                </a:highlight>
                <a:latin typeface="Consolas" panose="020B0609020204030204" pitchFamily="49" charset="0"/>
              </a:rPr>
              <a:t>val</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10;</a:t>
            </a:r>
          </a:p>
          <a:p>
            <a:pPr lvl="1"/>
            <a:r>
              <a:rPr lang="en-US" sz="900" i="0" dirty="0" err="1">
                <a:solidFill>
                  <a:srgbClr val="000080"/>
                </a:solidFill>
                <a:highlight>
                  <a:srgbClr val="FFFFFF"/>
                </a:highlight>
                <a:latin typeface="Consolas" panose="020B0609020204030204" pitchFamily="49" charset="0"/>
              </a:rPr>
              <a:t>val</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10;</a:t>
            </a:r>
          </a:p>
          <a:p>
            <a:r>
              <a:rPr lang="en-US" sz="900" i="0" dirty="0">
                <a:solidFill>
                  <a:srgbClr val="000000"/>
                </a:solidFill>
                <a:highlight>
                  <a:srgbClr val="FFFFFF"/>
                </a:highlight>
                <a:latin typeface="Consolas" panose="020B0609020204030204" pitchFamily="49" charset="0"/>
              </a:rPr>
              <a:t>}</a:t>
            </a:r>
          </a:p>
          <a:p>
            <a:r>
              <a:rPr lang="en-US" sz="900" i="0" dirty="0">
                <a:solidFill>
                  <a:srgbClr val="A000A0"/>
                </a:solidFill>
                <a:highlight>
                  <a:srgbClr val="FFFFFF"/>
                </a:highlight>
                <a:latin typeface="Consolas" panose="020B0609020204030204" pitchFamily="49" charset="0"/>
              </a:rPr>
              <a:t>PORTB</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000080"/>
                </a:solidFill>
                <a:highlight>
                  <a:srgbClr val="FFFFFF"/>
                </a:highlight>
                <a:latin typeface="Consolas" panose="020B0609020204030204" pitchFamily="49" charset="0"/>
              </a:rPr>
              <a:t>digits</a:t>
            </a:r>
            <a:r>
              <a:rPr lang="en-US" sz="900" i="0" dirty="0">
                <a:solidFill>
                  <a:srgbClr val="000000"/>
                </a:solidFill>
                <a:highlight>
                  <a:srgbClr val="FFFFFF"/>
                </a:highlight>
                <a:latin typeface="Consolas" panose="020B0609020204030204" pitchFamily="49" charset="0"/>
              </a:rPr>
              <a:t>[2]</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&lt;&lt;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4)</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80"/>
                </a:solidFill>
                <a:highlight>
                  <a:srgbClr val="FFFFFF"/>
                </a:highlight>
                <a:latin typeface="Consolas" panose="020B0609020204030204" pitchFamily="49" charset="0"/>
              </a:rPr>
              <a:t>digits</a:t>
            </a:r>
            <a:r>
              <a:rPr lang="en-US" sz="900" i="0" dirty="0">
                <a:solidFill>
                  <a:srgbClr val="000000"/>
                </a:solidFill>
                <a:highlight>
                  <a:srgbClr val="FFFFFF"/>
                </a:highlight>
                <a:latin typeface="Consolas" panose="020B0609020204030204" pitchFamily="49" charset="0"/>
              </a:rPr>
              <a:t>[3];</a:t>
            </a:r>
            <a:r>
              <a:rPr lang="en-US" sz="900" i="0" dirty="0">
                <a:solidFill>
                  <a:srgbClr val="A31515"/>
                </a:solidFill>
                <a:highlight>
                  <a:srgbClr val="FFFFFF"/>
                </a:highlight>
                <a:latin typeface="Consolas" panose="020B0609020204030204" pitchFamily="49" charset="0"/>
              </a:rPr>
              <a:t> </a:t>
            </a:r>
            <a:r>
              <a:rPr lang="en-US" sz="900" i="0" dirty="0">
                <a:solidFill>
                  <a:srgbClr val="008000"/>
                </a:solidFill>
                <a:highlight>
                  <a:srgbClr val="FFFFFF"/>
                </a:highlight>
                <a:latin typeface="Consolas" panose="020B0609020204030204" pitchFamily="49" charset="0"/>
              </a:rPr>
              <a:t>// Chuc | Don</a:t>
            </a:r>
            <a:endParaRPr lang="en-US" sz="900" i="0" dirty="0">
              <a:solidFill>
                <a:srgbClr val="000000"/>
              </a:solidFill>
              <a:highlight>
                <a:srgbClr val="FFFFFF"/>
              </a:highlight>
              <a:latin typeface="Consolas" panose="020B0609020204030204" pitchFamily="49" charset="0"/>
            </a:endParaRPr>
          </a:p>
          <a:p>
            <a:r>
              <a:rPr lang="en-US" sz="900" i="0" dirty="0">
                <a:solidFill>
                  <a:srgbClr val="A000A0"/>
                </a:solidFill>
                <a:highlight>
                  <a:srgbClr val="FFFFFF"/>
                </a:highlight>
                <a:latin typeface="Consolas" panose="020B0609020204030204" pitchFamily="49" charset="0"/>
              </a:rPr>
              <a:t>PORTC</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000080"/>
                </a:solidFill>
                <a:highlight>
                  <a:srgbClr val="FFFFFF"/>
                </a:highlight>
                <a:latin typeface="Consolas" panose="020B0609020204030204" pitchFamily="49" charset="0"/>
              </a:rPr>
              <a:t>digits</a:t>
            </a:r>
            <a:r>
              <a:rPr lang="en-US" sz="900" i="0" dirty="0">
                <a:solidFill>
                  <a:srgbClr val="000000"/>
                </a:solidFill>
                <a:highlight>
                  <a:srgbClr val="FFFFFF"/>
                </a:highlight>
                <a:latin typeface="Consolas" panose="020B0609020204030204" pitchFamily="49" charset="0"/>
              </a:rPr>
              <a:t>[0]</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&lt;&lt;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4)</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80"/>
                </a:solidFill>
                <a:highlight>
                  <a:srgbClr val="FFFFFF"/>
                </a:highlight>
                <a:latin typeface="Consolas" panose="020B0609020204030204" pitchFamily="49" charset="0"/>
              </a:rPr>
              <a:t>digits</a:t>
            </a:r>
            <a:r>
              <a:rPr lang="en-US" sz="900" i="0" dirty="0">
                <a:solidFill>
                  <a:srgbClr val="000000"/>
                </a:solidFill>
                <a:highlight>
                  <a:srgbClr val="FFFFFF"/>
                </a:highlight>
                <a:latin typeface="Consolas" panose="020B0609020204030204" pitchFamily="49" charset="0"/>
              </a:rPr>
              <a:t>[1];</a:t>
            </a:r>
            <a:r>
              <a:rPr lang="en-US" sz="900" i="0" dirty="0">
                <a:solidFill>
                  <a:srgbClr val="A31515"/>
                </a:solidFill>
                <a:highlight>
                  <a:srgbClr val="FFFFFF"/>
                </a:highlight>
                <a:latin typeface="Consolas" panose="020B0609020204030204" pitchFamily="49" charset="0"/>
              </a:rPr>
              <a:t> </a:t>
            </a:r>
            <a:r>
              <a:rPr lang="en-US" sz="900" i="0" dirty="0">
                <a:solidFill>
                  <a:srgbClr val="008000"/>
                </a:solidFill>
                <a:highlight>
                  <a:srgbClr val="FFFFFF"/>
                </a:highlight>
                <a:latin typeface="Consolas" panose="020B0609020204030204" pitchFamily="49" charset="0"/>
              </a:rPr>
              <a:t>// </a:t>
            </a:r>
            <a:r>
              <a:rPr lang="en-US" sz="900" i="0" dirty="0" err="1">
                <a:solidFill>
                  <a:srgbClr val="008000"/>
                </a:solidFill>
                <a:highlight>
                  <a:srgbClr val="FFFFFF"/>
                </a:highlight>
                <a:latin typeface="Consolas" panose="020B0609020204030204" pitchFamily="49" charset="0"/>
              </a:rPr>
              <a:t>Nghin</a:t>
            </a:r>
            <a:r>
              <a:rPr lang="en-US" sz="900" i="0" dirty="0">
                <a:solidFill>
                  <a:srgbClr val="008000"/>
                </a:solidFill>
                <a:highlight>
                  <a:srgbClr val="FFFFFF"/>
                </a:highlight>
                <a:latin typeface="Consolas" panose="020B0609020204030204" pitchFamily="49" charset="0"/>
              </a:rPr>
              <a:t> | Tram</a:t>
            </a:r>
            <a:endParaRPr lang="en-US" sz="900" i="0" dirty="0">
              <a:solidFill>
                <a:srgbClr val="000000"/>
              </a:solidFill>
              <a:highlight>
                <a:srgbClr val="FFFFFF"/>
              </a:highlight>
              <a:latin typeface="Consolas" panose="020B0609020204030204" pitchFamily="49" charset="0"/>
            </a:endParaRPr>
          </a:p>
          <a:p>
            <a:r>
              <a:rPr lang="en-US" sz="900" i="0" dirty="0">
                <a:solidFill>
                  <a:srgbClr val="000000"/>
                </a:solidFill>
                <a:highlight>
                  <a:srgbClr val="FFFFFF"/>
                </a:highlight>
                <a:latin typeface="Consolas" panose="020B0609020204030204" pitchFamily="49" charset="0"/>
              </a:rPr>
              <a:t>}</a:t>
            </a:r>
          </a:p>
          <a:p>
            <a:r>
              <a:rPr lang="en-US" sz="900" i="0" dirty="0">
                <a:solidFill>
                  <a:srgbClr val="0000FF"/>
                </a:solidFill>
                <a:highlight>
                  <a:srgbClr val="FFFFFF"/>
                </a:highlight>
                <a:latin typeface="Consolas" panose="020B0609020204030204" pitchFamily="49" charset="0"/>
              </a:rPr>
              <a:t>int</a:t>
            </a:r>
            <a:r>
              <a:rPr lang="en-US" sz="900" i="0" dirty="0">
                <a:solidFill>
                  <a:srgbClr val="A31515"/>
                </a:solidFill>
                <a:highlight>
                  <a:srgbClr val="FFFFFF"/>
                </a:highlight>
                <a:latin typeface="Consolas" panose="020B0609020204030204" pitchFamily="49" charset="0"/>
              </a:rPr>
              <a:t> </a:t>
            </a:r>
            <a:r>
              <a:rPr lang="en-US" sz="900" i="0" dirty="0">
                <a:solidFill>
                  <a:srgbClr val="880000"/>
                </a:solidFill>
                <a:highlight>
                  <a:srgbClr val="FFFFFF"/>
                </a:highlight>
                <a:latin typeface="Consolas" panose="020B0609020204030204" pitchFamily="49" charset="0"/>
              </a:rPr>
              <a:t>main</a:t>
            </a:r>
            <a:r>
              <a:rPr lang="en-US" sz="900" i="0" dirty="0">
                <a:solidFill>
                  <a:srgbClr val="000000"/>
                </a:solidFill>
                <a:highlight>
                  <a:srgbClr val="FFFFFF"/>
                </a:highlight>
                <a:latin typeface="Consolas" panose="020B0609020204030204" pitchFamily="49" charset="0"/>
              </a:rPr>
              <a:t>(</a:t>
            </a:r>
            <a:r>
              <a:rPr lang="en-US" sz="900" i="0" dirty="0">
                <a:solidFill>
                  <a:srgbClr val="0000FF"/>
                </a:solidFill>
                <a:highlight>
                  <a:srgbClr val="FFFFFF"/>
                </a:highlight>
                <a:latin typeface="Consolas" panose="020B0609020204030204" pitchFamily="49" charset="0"/>
              </a:rPr>
              <a:t>void</a:t>
            </a:r>
            <a:r>
              <a:rPr lang="en-US" sz="900" i="0" dirty="0">
                <a:solidFill>
                  <a:srgbClr val="000000"/>
                </a:solidFill>
                <a:highlight>
                  <a:srgbClr val="FFFFFF"/>
                </a:highlight>
                <a:latin typeface="Consolas" panose="020B0609020204030204" pitchFamily="49" charset="0"/>
              </a:rPr>
              <a:t>)</a:t>
            </a:r>
          </a:p>
          <a:p>
            <a:r>
              <a:rPr lang="en-US" sz="900" i="0" dirty="0">
                <a:solidFill>
                  <a:srgbClr val="000000"/>
                </a:solidFill>
                <a:highlight>
                  <a:srgbClr val="FFFFFF"/>
                </a:highlight>
                <a:latin typeface="Consolas" panose="020B0609020204030204" pitchFamily="49" charset="0"/>
              </a:rPr>
              <a:t>{</a:t>
            </a:r>
          </a:p>
          <a:p>
            <a:pPr lvl="1"/>
            <a:r>
              <a:rPr lang="en-US" sz="900" i="0" dirty="0">
                <a:solidFill>
                  <a:srgbClr val="A000A0"/>
                </a:solidFill>
                <a:highlight>
                  <a:srgbClr val="FFFFFF"/>
                </a:highlight>
                <a:latin typeface="Consolas" panose="020B0609020204030204" pitchFamily="49" charset="0"/>
              </a:rPr>
              <a:t>ADCSRA</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(1</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&lt;&lt;</a:t>
            </a:r>
            <a:r>
              <a:rPr lang="en-US" sz="900" i="0" dirty="0">
                <a:solidFill>
                  <a:srgbClr val="A31515"/>
                </a:solidFill>
                <a:highlight>
                  <a:srgbClr val="FFFFFF"/>
                </a:highlight>
                <a:latin typeface="Consolas" panose="020B0609020204030204" pitchFamily="49" charset="0"/>
              </a:rPr>
              <a:t> </a:t>
            </a:r>
            <a:r>
              <a:rPr lang="en-US" sz="900" i="0" dirty="0">
                <a:solidFill>
                  <a:srgbClr val="A000A0"/>
                </a:solidFill>
                <a:highlight>
                  <a:srgbClr val="FFFFFF"/>
                </a:highlight>
                <a:latin typeface="Consolas" panose="020B0609020204030204" pitchFamily="49" charset="0"/>
              </a:rPr>
              <a:t>ADEN</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(1</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&lt;&lt;</a:t>
            </a:r>
            <a:r>
              <a:rPr lang="en-US" sz="900" i="0" dirty="0">
                <a:solidFill>
                  <a:srgbClr val="A31515"/>
                </a:solidFill>
                <a:highlight>
                  <a:srgbClr val="FFFFFF"/>
                </a:highlight>
                <a:latin typeface="Consolas" panose="020B0609020204030204" pitchFamily="49" charset="0"/>
              </a:rPr>
              <a:t> </a:t>
            </a:r>
            <a:r>
              <a:rPr lang="en-US" sz="900" i="0" dirty="0">
                <a:solidFill>
                  <a:srgbClr val="A000A0"/>
                </a:solidFill>
                <a:highlight>
                  <a:srgbClr val="FFFFFF"/>
                </a:highlight>
                <a:latin typeface="Consolas" panose="020B0609020204030204" pitchFamily="49" charset="0"/>
              </a:rPr>
              <a:t>ADPS2</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(1</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&lt;&lt;</a:t>
            </a:r>
            <a:r>
              <a:rPr lang="en-US" sz="900" i="0" dirty="0">
                <a:solidFill>
                  <a:srgbClr val="A31515"/>
                </a:solidFill>
                <a:highlight>
                  <a:srgbClr val="FFFFFF"/>
                </a:highlight>
                <a:latin typeface="Consolas" panose="020B0609020204030204" pitchFamily="49" charset="0"/>
              </a:rPr>
              <a:t> </a:t>
            </a:r>
            <a:r>
              <a:rPr lang="en-US" sz="900" i="0" dirty="0">
                <a:solidFill>
                  <a:srgbClr val="A000A0"/>
                </a:solidFill>
                <a:highlight>
                  <a:srgbClr val="FFFFFF"/>
                </a:highlight>
                <a:latin typeface="Consolas" panose="020B0609020204030204" pitchFamily="49" charset="0"/>
              </a:rPr>
              <a:t>ADPS2</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(1</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&lt;&lt;</a:t>
            </a:r>
            <a:r>
              <a:rPr lang="en-US" sz="900" i="0" dirty="0">
                <a:solidFill>
                  <a:srgbClr val="A31515"/>
                </a:solidFill>
                <a:highlight>
                  <a:srgbClr val="FFFFFF"/>
                </a:highlight>
                <a:latin typeface="Consolas" panose="020B0609020204030204" pitchFamily="49" charset="0"/>
              </a:rPr>
              <a:t> </a:t>
            </a:r>
            <a:r>
              <a:rPr lang="en-US" sz="900" i="0" dirty="0">
                <a:solidFill>
                  <a:srgbClr val="A000A0"/>
                </a:solidFill>
                <a:highlight>
                  <a:srgbClr val="FFFFFF"/>
                </a:highlight>
                <a:latin typeface="Consolas" panose="020B0609020204030204" pitchFamily="49" charset="0"/>
              </a:rPr>
              <a:t>ADPS0</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8000"/>
                </a:solidFill>
                <a:highlight>
                  <a:srgbClr val="FFFFFF"/>
                </a:highlight>
                <a:latin typeface="Consolas" panose="020B0609020204030204" pitchFamily="49" charset="0"/>
              </a:rPr>
              <a:t>// enable ADC, </a:t>
            </a:r>
            <a:r>
              <a:rPr lang="en-US" sz="900" i="0" dirty="0" err="1">
                <a:solidFill>
                  <a:srgbClr val="008000"/>
                </a:solidFill>
                <a:highlight>
                  <a:srgbClr val="FFFFFF"/>
                </a:highlight>
                <a:latin typeface="Consolas" panose="020B0609020204030204" pitchFamily="49" charset="0"/>
              </a:rPr>
              <a:t>khong</a:t>
            </a:r>
            <a:r>
              <a:rPr lang="en-US" sz="900" i="0" dirty="0">
                <a:solidFill>
                  <a:srgbClr val="008000"/>
                </a:solidFill>
                <a:highlight>
                  <a:srgbClr val="FFFFFF"/>
                </a:highlight>
                <a:latin typeface="Consolas" panose="020B0609020204030204" pitchFamily="49" charset="0"/>
              </a:rPr>
              <a:t> dung interrupt</a:t>
            </a:r>
            <a:endParaRPr lang="en-US" sz="900" i="0" dirty="0">
              <a:solidFill>
                <a:srgbClr val="000000"/>
              </a:solidFill>
              <a:highlight>
                <a:srgbClr val="FFFFFF"/>
              </a:highlight>
              <a:latin typeface="Consolas" panose="020B0609020204030204" pitchFamily="49" charset="0"/>
            </a:endParaRPr>
          </a:p>
          <a:p>
            <a:pPr lvl="1"/>
            <a:r>
              <a:rPr lang="nl-NL" sz="900" i="0" dirty="0">
                <a:solidFill>
                  <a:srgbClr val="A000A0"/>
                </a:solidFill>
                <a:highlight>
                  <a:srgbClr val="FFFFFF"/>
                </a:highlight>
                <a:latin typeface="Consolas" panose="020B0609020204030204" pitchFamily="49" charset="0"/>
              </a:rPr>
              <a:t>ADMUX</a:t>
            </a:r>
            <a:r>
              <a:rPr lang="nl-NL" sz="900" i="0" dirty="0">
                <a:solidFill>
                  <a:srgbClr val="A31515"/>
                </a:solidFill>
                <a:highlight>
                  <a:srgbClr val="FFFFFF"/>
                </a:highlight>
                <a:latin typeface="Consolas" panose="020B0609020204030204" pitchFamily="49" charset="0"/>
              </a:rPr>
              <a:t> </a:t>
            </a:r>
            <a:r>
              <a:rPr lang="nl-NL" sz="900" i="0" dirty="0">
                <a:solidFill>
                  <a:srgbClr val="000000"/>
                </a:solidFill>
                <a:highlight>
                  <a:srgbClr val="FFFFFF"/>
                </a:highlight>
                <a:latin typeface="Consolas" panose="020B0609020204030204" pitchFamily="49" charset="0"/>
              </a:rPr>
              <a:t>=</a:t>
            </a:r>
            <a:r>
              <a:rPr lang="nl-NL" sz="900" i="0" dirty="0">
                <a:solidFill>
                  <a:srgbClr val="A31515"/>
                </a:solidFill>
                <a:highlight>
                  <a:srgbClr val="FFFFFF"/>
                </a:highlight>
                <a:latin typeface="Consolas" panose="020B0609020204030204" pitchFamily="49" charset="0"/>
              </a:rPr>
              <a:t> </a:t>
            </a:r>
            <a:r>
              <a:rPr lang="nl-NL" sz="900" i="0" dirty="0">
                <a:solidFill>
                  <a:srgbClr val="A000A0"/>
                </a:solidFill>
                <a:highlight>
                  <a:srgbClr val="FFFFFF"/>
                </a:highlight>
                <a:latin typeface="Consolas" panose="020B0609020204030204" pitchFamily="49" charset="0"/>
              </a:rPr>
              <a:t>ADC_VREF_TYPE</a:t>
            </a:r>
            <a:r>
              <a:rPr lang="nl-NL" sz="900" i="0" dirty="0">
                <a:solidFill>
                  <a:srgbClr val="000000"/>
                </a:solidFill>
                <a:highlight>
                  <a:srgbClr val="FFFFFF"/>
                </a:highlight>
                <a:latin typeface="Consolas" panose="020B0609020204030204" pitchFamily="49" charset="0"/>
              </a:rPr>
              <a:t>;</a:t>
            </a:r>
            <a:r>
              <a:rPr lang="nl-NL" sz="900" i="0" dirty="0">
                <a:solidFill>
                  <a:srgbClr val="A31515"/>
                </a:solidFill>
                <a:highlight>
                  <a:srgbClr val="FFFFFF"/>
                </a:highlight>
                <a:latin typeface="Consolas" panose="020B0609020204030204" pitchFamily="49" charset="0"/>
              </a:rPr>
              <a:t>                                             </a:t>
            </a:r>
            <a:r>
              <a:rPr lang="nl-NL" sz="900" i="0" dirty="0">
                <a:solidFill>
                  <a:srgbClr val="008000"/>
                </a:solidFill>
                <a:highlight>
                  <a:srgbClr val="FFFFFF"/>
                </a:highlight>
                <a:latin typeface="Consolas" panose="020B0609020204030204" pitchFamily="49" charset="0"/>
              </a:rPr>
              <a:t>// chon kieu dien ap tham chieu</a:t>
            </a:r>
            <a:endParaRPr lang="nl-NL" sz="900" i="0" dirty="0">
              <a:solidFill>
                <a:srgbClr val="000000"/>
              </a:solidFill>
              <a:highlight>
                <a:srgbClr val="FFFFFF"/>
              </a:highlight>
              <a:latin typeface="Consolas" panose="020B0609020204030204" pitchFamily="49" charset="0"/>
            </a:endParaRPr>
          </a:p>
          <a:p>
            <a:pPr lvl="1"/>
            <a:r>
              <a:rPr lang="en-US" sz="900" i="0" dirty="0">
                <a:solidFill>
                  <a:srgbClr val="A000A0"/>
                </a:solidFill>
                <a:highlight>
                  <a:srgbClr val="FFFFFF"/>
                </a:highlight>
                <a:latin typeface="Consolas" panose="020B0609020204030204" pitchFamily="49" charset="0"/>
              </a:rPr>
              <a:t>DDRB</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0xFF;</a:t>
            </a:r>
            <a:r>
              <a:rPr lang="en-US" sz="900" i="0" dirty="0">
                <a:solidFill>
                  <a:srgbClr val="A31515"/>
                </a:solidFill>
                <a:highlight>
                  <a:srgbClr val="FFFFFF"/>
                </a:highlight>
                <a:latin typeface="Consolas" panose="020B0609020204030204" pitchFamily="49" charset="0"/>
              </a:rPr>
              <a:t>                                                       </a:t>
            </a:r>
            <a:r>
              <a:rPr lang="en-US" sz="900" i="0" dirty="0">
                <a:solidFill>
                  <a:srgbClr val="008000"/>
                </a:solidFill>
                <a:highlight>
                  <a:srgbClr val="FFFFFF"/>
                </a:highlight>
                <a:latin typeface="Consolas" panose="020B0609020204030204" pitchFamily="49" charset="0"/>
              </a:rPr>
              <a:t>// PORTB la output PORT, for LED</a:t>
            </a:r>
            <a:endParaRPr lang="en-US" sz="900" i="0" dirty="0">
              <a:solidFill>
                <a:srgbClr val="000000"/>
              </a:solidFill>
              <a:highlight>
                <a:srgbClr val="FFFFFF"/>
              </a:highlight>
              <a:latin typeface="Consolas" panose="020B0609020204030204" pitchFamily="49" charset="0"/>
            </a:endParaRPr>
          </a:p>
          <a:p>
            <a:pPr lvl="1"/>
            <a:r>
              <a:rPr lang="fr-FR" sz="900" i="0" dirty="0">
                <a:solidFill>
                  <a:srgbClr val="A000A0"/>
                </a:solidFill>
                <a:highlight>
                  <a:srgbClr val="FFFFFF"/>
                </a:highlight>
                <a:latin typeface="Consolas" panose="020B0609020204030204" pitchFamily="49" charset="0"/>
              </a:rPr>
              <a:t>DDRC</a:t>
            </a:r>
            <a:r>
              <a:rPr lang="fr-FR" sz="900" i="0" dirty="0">
                <a:solidFill>
                  <a:srgbClr val="A31515"/>
                </a:solidFill>
                <a:highlight>
                  <a:srgbClr val="FFFFFF"/>
                </a:highlight>
                <a:latin typeface="Consolas" panose="020B0609020204030204" pitchFamily="49" charset="0"/>
              </a:rPr>
              <a:t> </a:t>
            </a:r>
            <a:r>
              <a:rPr lang="fr-FR" sz="900" i="0" dirty="0">
                <a:solidFill>
                  <a:srgbClr val="000000"/>
                </a:solidFill>
                <a:highlight>
                  <a:srgbClr val="FFFFFF"/>
                </a:highlight>
                <a:latin typeface="Consolas" panose="020B0609020204030204" pitchFamily="49" charset="0"/>
              </a:rPr>
              <a:t>=</a:t>
            </a:r>
            <a:r>
              <a:rPr lang="fr-FR" sz="900" i="0" dirty="0">
                <a:solidFill>
                  <a:srgbClr val="A31515"/>
                </a:solidFill>
                <a:highlight>
                  <a:srgbClr val="FFFFFF"/>
                </a:highlight>
                <a:latin typeface="Consolas" panose="020B0609020204030204" pitchFamily="49" charset="0"/>
              </a:rPr>
              <a:t> </a:t>
            </a:r>
            <a:r>
              <a:rPr lang="fr-FR" sz="900" i="0" dirty="0">
                <a:solidFill>
                  <a:srgbClr val="000000"/>
                </a:solidFill>
                <a:highlight>
                  <a:srgbClr val="FFFFFF"/>
                </a:highlight>
                <a:latin typeface="Consolas" panose="020B0609020204030204" pitchFamily="49" charset="0"/>
              </a:rPr>
              <a:t>0xFF;</a:t>
            </a:r>
            <a:r>
              <a:rPr lang="fr-FR" sz="900" i="0" dirty="0">
                <a:solidFill>
                  <a:srgbClr val="A31515"/>
                </a:solidFill>
                <a:highlight>
                  <a:srgbClr val="FFFFFF"/>
                </a:highlight>
                <a:latin typeface="Consolas" panose="020B0609020204030204" pitchFamily="49" charset="0"/>
              </a:rPr>
              <a:t>                                                       </a:t>
            </a:r>
            <a:r>
              <a:rPr lang="fr-FR" sz="900" i="0" dirty="0">
                <a:solidFill>
                  <a:srgbClr val="008000"/>
                </a:solidFill>
                <a:highlight>
                  <a:srgbClr val="FFFFFF"/>
                </a:highlight>
                <a:latin typeface="Consolas" panose="020B0609020204030204" pitchFamily="49" charset="0"/>
              </a:rPr>
              <a:t>// PORTC la output PORT, for LED</a:t>
            </a:r>
            <a:endParaRPr lang="fr-FR" sz="900" i="0" dirty="0">
              <a:solidFill>
                <a:srgbClr val="000000"/>
              </a:solidFill>
              <a:highlight>
                <a:srgbClr val="FFFFFF"/>
              </a:highlight>
              <a:latin typeface="Consolas" panose="020B0609020204030204" pitchFamily="49" charset="0"/>
            </a:endParaRPr>
          </a:p>
          <a:p>
            <a:pPr lvl="1"/>
            <a:r>
              <a:rPr lang="en-US" sz="900" i="0" dirty="0">
                <a:solidFill>
                  <a:srgbClr val="0000FF"/>
                </a:solidFill>
                <a:highlight>
                  <a:srgbClr val="FFFFFF"/>
                </a:highlight>
                <a:latin typeface="Consolas" panose="020B0609020204030204" pitchFamily="49" charset="0"/>
              </a:rPr>
              <a:t>while</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(1)</a:t>
            </a:r>
          </a:p>
          <a:p>
            <a:pPr lvl="1"/>
            <a:r>
              <a:rPr lang="en-US" sz="900" i="0" dirty="0">
                <a:solidFill>
                  <a:srgbClr val="000000"/>
                </a:solidFill>
                <a:highlight>
                  <a:srgbClr val="FFFFFF"/>
                </a:highlight>
                <a:latin typeface="Consolas" panose="020B0609020204030204" pitchFamily="49" charset="0"/>
              </a:rPr>
              <a:t>{</a:t>
            </a:r>
          </a:p>
          <a:p>
            <a:pPr lvl="2"/>
            <a:r>
              <a:rPr lang="en-US" sz="900" i="0" dirty="0" err="1">
                <a:solidFill>
                  <a:srgbClr val="000080"/>
                </a:solidFill>
                <a:highlight>
                  <a:srgbClr val="FFFFFF"/>
                </a:highlight>
                <a:latin typeface="Consolas" panose="020B0609020204030204" pitchFamily="49" charset="0"/>
              </a:rPr>
              <a:t>ADC_val</a:t>
            </a:r>
            <a:r>
              <a:rPr lang="en-US" sz="900" i="0" dirty="0">
                <a:solidFill>
                  <a:srgbClr val="A31515"/>
                </a:solidFill>
                <a:highlight>
                  <a:srgbClr val="FFFFFF"/>
                </a:highlight>
                <a:latin typeface="Consolas" panose="020B0609020204030204" pitchFamily="49" charset="0"/>
              </a:rPr>
              <a:t> </a:t>
            </a:r>
            <a:r>
              <a:rPr lang="en-US" sz="900" i="0" dirty="0">
                <a:solidFill>
                  <a:srgbClr val="000000"/>
                </a:solidFill>
                <a:highlight>
                  <a:srgbClr val="FFFFFF"/>
                </a:highlight>
                <a:latin typeface="Consolas" panose="020B0609020204030204" pitchFamily="49" charset="0"/>
              </a:rPr>
              <a:t>=</a:t>
            </a:r>
            <a:r>
              <a:rPr lang="en-US" sz="900" i="0" dirty="0">
                <a:solidFill>
                  <a:srgbClr val="A31515"/>
                </a:solidFill>
                <a:highlight>
                  <a:srgbClr val="FFFFFF"/>
                </a:highlight>
                <a:latin typeface="Consolas" panose="020B0609020204030204" pitchFamily="49" charset="0"/>
              </a:rPr>
              <a:t> </a:t>
            </a:r>
            <a:r>
              <a:rPr lang="en-US" sz="900" i="0" dirty="0" err="1">
                <a:solidFill>
                  <a:srgbClr val="880000"/>
                </a:solidFill>
                <a:highlight>
                  <a:srgbClr val="FFFFFF"/>
                </a:highlight>
                <a:latin typeface="Consolas" panose="020B0609020204030204" pitchFamily="49" charset="0"/>
              </a:rPr>
              <a:t>read_adc</a:t>
            </a:r>
            <a:r>
              <a:rPr lang="en-US" sz="900" i="0" dirty="0">
                <a:solidFill>
                  <a:srgbClr val="000000"/>
                </a:solidFill>
                <a:highlight>
                  <a:srgbClr val="FFFFFF"/>
                </a:highlight>
                <a:latin typeface="Consolas" panose="020B0609020204030204" pitchFamily="49" charset="0"/>
              </a:rPr>
              <a:t>(0);</a:t>
            </a:r>
          </a:p>
          <a:p>
            <a:pPr lvl="2"/>
            <a:r>
              <a:rPr lang="en-US" sz="900" i="0" dirty="0">
                <a:solidFill>
                  <a:srgbClr val="880000"/>
                </a:solidFill>
                <a:highlight>
                  <a:srgbClr val="FFFFFF"/>
                </a:highlight>
                <a:latin typeface="Consolas" panose="020B0609020204030204" pitchFamily="49" charset="0"/>
              </a:rPr>
              <a:t>LED7_out</a:t>
            </a:r>
            <a:r>
              <a:rPr lang="en-US" sz="900" i="0" dirty="0">
                <a:solidFill>
                  <a:srgbClr val="000000"/>
                </a:solidFill>
                <a:highlight>
                  <a:srgbClr val="FFFFFF"/>
                </a:highlight>
                <a:latin typeface="Consolas" panose="020B0609020204030204" pitchFamily="49" charset="0"/>
              </a:rPr>
              <a:t>(</a:t>
            </a:r>
            <a:r>
              <a:rPr lang="en-US" sz="900" i="0" dirty="0" err="1">
                <a:solidFill>
                  <a:srgbClr val="000080"/>
                </a:solidFill>
                <a:highlight>
                  <a:srgbClr val="FFFFFF"/>
                </a:highlight>
                <a:latin typeface="Consolas" panose="020B0609020204030204" pitchFamily="49" charset="0"/>
              </a:rPr>
              <a:t>ADC_val</a:t>
            </a:r>
            <a:r>
              <a:rPr lang="en-US" sz="900" i="0" dirty="0">
                <a:solidFill>
                  <a:srgbClr val="000000"/>
                </a:solidFill>
                <a:highlight>
                  <a:srgbClr val="FFFFFF"/>
                </a:highlight>
                <a:latin typeface="Consolas" panose="020B0609020204030204" pitchFamily="49" charset="0"/>
              </a:rPr>
              <a:t>);</a:t>
            </a:r>
          </a:p>
          <a:p>
            <a:pPr lvl="2"/>
            <a:r>
              <a:rPr lang="en-US" sz="900" i="1" dirty="0">
                <a:solidFill>
                  <a:srgbClr val="880000"/>
                </a:solidFill>
                <a:highlight>
                  <a:srgbClr val="FFFFFF"/>
                </a:highlight>
                <a:latin typeface="Consolas" panose="020B0609020204030204" pitchFamily="49" charset="0"/>
              </a:rPr>
              <a:t>_</a:t>
            </a:r>
            <a:r>
              <a:rPr lang="en-US" sz="900" i="1" dirty="0" err="1">
                <a:solidFill>
                  <a:srgbClr val="880000"/>
                </a:solidFill>
                <a:highlight>
                  <a:srgbClr val="FFFFFF"/>
                </a:highlight>
                <a:latin typeface="Consolas" panose="020B0609020204030204" pitchFamily="49" charset="0"/>
              </a:rPr>
              <a:t>delay_ms</a:t>
            </a:r>
            <a:r>
              <a:rPr lang="en-US" sz="900" i="0" dirty="0">
                <a:solidFill>
                  <a:srgbClr val="000000"/>
                </a:solidFill>
                <a:highlight>
                  <a:srgbClr val="FFFFFF"/>
                </a:highlight>
                <a:latin typeface="Consolas" panose="020B0609020204030204" pitchFamily="49" charset="0"/>
              </a:rPr>
              <a:t>(100);</a:t>
            </a:r>
          </a:p>
          <a:p>
            <a:pPr lvl="1"/>
            <a:r>
              <a:rPr lang="en-US" sz="900" i="0" dirty="0">
                <a:solidFill>
                  <a:srgbClr val="000000"/>
                </a:solidFill>
                <a:highlight>
                  <a:srgbClr val="FFFFFF"/>
                </a:highlight>
                <a:latin typeface="Consolas" panose="020B0609020204030204" pitchFamily="49" charset="0"/>
              </a:rPr>
              <a:t>}</a:t>
            </a:r>
          </a:p>
          <a:p>
            <a:r>
              <a:rPr lang="en-US" sz="900" i="0" dirty="0">
                <a:solidFill>
                  <a:srgbClr val="000000"/>
                </a:solidFill>
                <a:highlight>
                  <a:srgbClr val="FFFFFF"/>
                </a:highlight>
                <a:latin typeface="Consolas" panose="020B0609020204030204" pitchFamily="49" charset="0"/>
              </a:rPr>
              <a:t>}</a:t>
            </a:r>
            <a:endParaRPr lang="en-US" sz="900" dirty="0"/>
          </a:p>
        </p:txBody>
      </p:sp>
    </p:spTree>
    <p:extLst>
      <p:ext uri="{BB962C8B-B14F-4D97-AF65-F5344CB8AC3E}">
        <p14:creationId xmlns:p14="http://schemas.microsoft.com/office/powerpoint/2010/main" val="27215213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F9855-B6A6-AD6C-E6F6-E0D6D216634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89C35F-274B-7840-E802-CDC5D1DD780A}"/>
              </a:ext>
            </a:extLst>
          </p:cNvPr>
          <p:cNvSpPr>
            <a:spLocks noGrp="1"/>
          </p:cNvSpPr>
          <p:nvPr>
            <p:ph type="sldNum" sz="quarter" idx="12"/>
          </p:nvPr>
        </p:nvSpPr>
        <p:spPr/>
        <p:txBody>
          <a:bodyPr/>
          <a:lstStyle/>
          <a:p>
            <a:fld id="{8C2E478F-E849-4A8C-AF1F-CBCC78A7CBFA}" type="slidenum">
              <a:rPr lang="en-US" smtClean="0"/>
              <a:t>38</a:t>
            </a:fld>
            <a:endParaRPr lang="en-US" dirty="0"/>
          </a:p>
        </p:txBody>
      </p:sp>
      <p:sp>
        <p:nvSpPr>
          <p:cNvPr id="3" name="Title 2">
            <a:extLst>
              <a:ext uri="{FF2B5EF4-FFF2-40B4-BE49-F238E27FC236}">
                <a16:creationId xmlns:a16="http://schemas.microsoft.com/office/drawing/2014/main" id="{042C930E-7BE3-FF47-761B-DC4D655A0568}"/>
              </a:ext>
            </a:extLst>
          </p:cNvPr>
          <p:cNvSpPr>
            <a:spLocks noGrp="1"/>
          </p:cNvSpPr>
          <p:nvPr>
            <p:ph type="title"/>
          </p:nvPr>
        </p:nvSpPr>
        <p:spPr/>
        <p:txBody>
          <a:bodyPr/>
          <a:lstStyle/>
          <a:p>
            <a:r>
              <a:rPr lang="en-VN" dirty="0"/>
              <a:t>Example</a:t>
            </a:r>
          </a:p>
        </p:txBody>
      </p:sp>
      <p:pic>
        <p:nvPicPr>
          <p:cNvPr id="10" name="Content Placeholder 9">
            <a:extLst>
              <a:ext uri="{FF2B5EF4-FFF2-40B4-BE49-F238E27FC236}">
                <a16:creationId xmlns:a16="http://schemas.microsoft.com/office/drawing/2014/main" id="{441997C7-5767-33E1-72CC-C8FC9FB3B802}"/>
              </a:ext>
            </a:extLst>
          </p:cNvPr>
          <p:cNvPicPr>
            <a:picLocks noGrp="1" noChangeAspect="1"/>
          </p:cNvPicPr>
          <p:nvPr>
            <p:ph idx="1"/>
          </p:nvPr>
        </p:nvPicPr>
        <p:blipFill>
          <a:blip r:embed="rId2"/>
          <a:stretch>
            <a:fillRect/>
          </a:stretch>
        </p:blipFill>
        <p:spPr>
          <a:xfrm>
            <a:off x="594519" y="735452"/>
            <a:ext cx="6202081" cy="5573713"/>
          </a:xfrm>
          <a:ln>
            <a:solidFill>
              <a:schemeClr val="tx1"/>
            </a:solidFill>
          </a:ln>
        </p:spPr>
      </p:pic>
      <p:sp>
        <p:nvSpPr>
          <p:cNvPr id="4" name="Rectangle 3">
            <a:extLst>
              <a:ext uri="{FF2B5EF4-FFF2-40B4-BE49-F238E27FC236}">
                <a16:creationId xmlns:a16="http://schemas.microsoft.com/office/drawing/2014/main" id="{2F412363-7FCE-C16F-D5B4-31A77DAE24DF}"/>
              </a:ext>
            </a:extLst>
          </p:cNvPr>
          <p:cNvSpPr/>
          <p:nvPr/>
        </p:nvSpPr>
        <p:spPr>
          <a:xfrm>
            <a:off x="594519" y="735452"/>
            <a:ext cx="6202081" cy="2816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 name="Rounded Rectangle 4">
            <a:extLst>
              <a:ext uri="{FF2B5EF4-FFF2-40B4-BE49-F238E27FC236}">
                <a16:creationId xmlns:a16="http://schemas.microsoft.com/office/drawing/2014/main" id="{AD5AA633-3801-1835-1DD5-9C40AD7070C1}"/>
              </a:ext>
            </a:extLst>
          </p:cNvPr>
          <p:cNvSpPr/>
          <p:nvPr/>
        </p:nvSpPr>
        <p:spPr>
          <a:xfrm>
            <a:off x="7017249" y="735452"/>
            <a:ext cx="4580232" cy="14483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b="1" dirty="0">
                <a:latin typeface="Arial" panose="020B0604020202020204" pitchFamily="34" charset="0"/>
                <a:cs typeface="Arial" panose="020B0604020202020204" pitchFamily="34" charset="0"/>
              </a:rPr>
              <a:t>Truy cập thư viện</a:t>
            </a:r>
          </a:p>
          <a:p>
            <a:pPr marL="285750" indent="-285750">
              <a:buFont typeface="Arial" panose="020B0604020202020204" pitchFamily="34" charset="0"/>
              <a:buChar char="•"/>
            </a:pPr>
            <a:r>
              <a:rPr lang="en-VN" b="1" dirty="0">
                <a:latin typeface="Arial" panose="020B0604020202020204" pitchFamily="34" charset="0"/>
                <a:cs typeface="Arial" panose="020B0604020202020204" pitchFamily="34" charset="0"/>
              </a:rPr>
              <a:t>#include &lt;avr/io.h&gt;: </a:t>
            </a:r>
            <a:r>
              <a:rPr lang="en-VN" dirty="0">
                <a:latin typeface="Arial" panose="020B0604020202020204" pitchFamily="34" charset="0"/>
                <a:cs typeface="Arial" panose="020B0604020202020204" pitchFamily="34" charset="0"/>
              </a:rPr>
              <a:t>Truy cập thanh ghi phần cứng của vi điều khiển AVR.</a:t>
            </a:r>
          </a:p>
          <a:p>
            <a:pPr marL="285750" indent="-285750">
              <a:buFont typeface="Arial" panose="020B0604020202020204" pitchFamily="34" charset="0"/>
              <a:buChar char="•"/>
            </a:pPr>
            <a:r>
              <a:rPr lang="en-VN" b="1" dirty="0">
                <a:latin typeface="Arial" panose="020B0604020202020204" pitchFamily="34" charset="0"/>
                <a:cs typeface="Arial" panose="020B0604020202020204" pitchFamily="34" charset="0"/>
              </a:rPr>
              <a:t>#include &lt;util/delay.h&gt;: </a:t>
            </a:r>
            <a:r>
              <a:rPr lang="en-VN" dirty="0">
                <a:latin typeface="Arial" panose="020B0604020202020204" pitchFamily="34" charset="0"/>
                <a:cs typeface="Arial" panose="020B0604020202020204" pitchFamily="34" charset="0"/>
              </a:rPr>
              <a:t>Dùng để dùng hàm tạo độ trễ _delay_ms()</a:t>
            </a:r>
          </a:p>
        </p:txBody>
      </p:sp>
    </p:spTree>
    <p:extLst>
      <p:ext uri="{BB962C8B-B14F-4D97-AF65-F5344CB8AC3E}">
        <p14:creationId xmlns:p14="http://schemas.microsoft.com/office/powerpoint/2010/main" val="607641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191FC-36C8-3C3D-3CE6-9A9EA64CCB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092645-5534-09AB-25A5-6CCA8A159753}"/>
              </a:ext>
            </a:extLst>
          </p:cNvPr>
          <p:cNvSpPr>
            <a:spLocks noGrp="1"/>
          </p:cNvSpPr>
          <p:nvPr>
            <p:ph type="sldNum" sz="quarter" idx="12"/>
          </p:nvPr>
        </p:nvSpPr>
        <p:spPr/>
        <p:txBody>
          <a:bodyPr/>
          <a:lstStyle/>
          <a:p>
            <a:fld id="{8C2E478F-E849-4A8C-AF1F-CBCC78A7CBFA}" type="slidenum">
              <a:rPr lang="en-US" smtClean="0"/>
              <a:t>39</a:t>
            </a:fld>
            <a:endParaRPr lang="en-US" dirty="0"/>
          </a:p>
        </p:txBody>
      </p:sp>
      <p:sp>
        <p:nvSpPr>
          <p:cNvPr id="3" name="Title 2">
            <a:extLst>
              <a:ext uri="{FF2B5EF4-FFF2-40B4-BE49-F238E27FC236}">
                <a16:creationId xmlns:a16="http://schemas.microsoft.com/office/drawing/2014/main" id="{982D5258-39C0-008B-F1B3-F9E34C3F8AB2}"/>
              </a:ext>
            </a:extLst>
          </p:cNvPr>
          <p:cNvSpPr>
            <a:spLocks noGrp="1"/>
          </p:cNvSpPr>
          <p:nvPr>
            <p:ph type="title"/>
          </p:nvPr>
        </p:nvSpPr>
        <p:spPr/>
        <p:txBody>
          <a:bodyPr/>
          <a:lstStyle/>
          <a:p>
            <a:r>
              <a:rPr lang="en-VN" dirty="0"/>
              <a:t>Example</a:t>
            </a:r>
          </a:p>
        </p:txBody>
      </p:sp>
      <p:pic>
        <p:nvPicPr>
          <p:cNvPr id="10" name="Content Placeholder 9">
            <a:extLst>
              <a:ext uri="{FF2B5EF4-FFF2-40B4-BE49-F238E27FC236}">
                <a16:creationId xmlns:a16="http://schemas.microsoft.com/office/drawing/2014/main" id="{995E5578-B0A6-3CFC-0798-8257CC6792DA}"/>
              </a:ext>
            </a:extLst>
          </p:cNvPr>
          <p:cNvPicPr>
            <a:picLocks noGrp="1" noChangeAspect="1"/>
          </p:cNvPicPr>
          <p:nvPr>
            <p:ph idx="1"/>
          </p:nvPr>
        </p:nvPicPr>
        <p:blipFill>
          <a:blip r:embed="rId2"/>
          <a:stretch>
            <a:fillRect/>
          </a:stretch>
        </p:blipFill>
        <p:spPr>
          <a:xfrm>
            <a:off x="594519" y="735452"/>
            <a:ext cx="6202081" cy="5573713"/>
          </a:xfrm>
          <a:ln>
            <a:solidFill>
              <a:schemeClr val="tx1"/>
            </a:solidFill>
          </a:ln>
        </p:spPr>
      </p:pic>
      <p:sp>
        <p:nvSpPr>
          <p:cNvPr id="4" name="Rectangle 3">
            <a:extLst>
              <a:ext uri="{FF2B5EF4-FFF2-40B4-BE49-F238E27FC236}">
                <a16:creationId xmlns:a16="http://schemas.microsoft.com/office/drawing/2014/main" id="{EBB48B46-0199-028D-4E8E-113D1806257A}"/>
              </a:ext>
            </a:extLst>
          </p:cNvPr>
          <p:cNvSpPr/>
          <p:nvPr/>
        </p:nvSpPr>
        <p:spPr>
          <a:xfrm>
            <a:off x="594518" y="1023127"/>
            <a:ext cx="6202081" cy="60018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 name="Rounded Rectangle 4">
            <a:extLst>
              <a:ext uri="{FF2B5EF4-FFF2-40B4-BE49-F238E27FC236}">
                <a16:creationId xmlns:a16="http://schemas.microsoft.com/office/drawing/2014/main" id="{40190089-BAE5-CB9A-CD7E-CB6C2FBADBD8}"/>
              </a:ext>
            </a:extLst>
          </p:cNvPr>
          <p:cNvSpPr/>
          <p:nvPr/>
        </p:nvSpPr>
        <p:spPr>
          <a:xfrm>
            <a:off x="7017249" y="735452"/>
            <a:ext cx="4580232" cy="26935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b="1" dirty="0">
                <a:latin typeface="Arial" panose="020B0604020202020204" pitchFamily="34" charset="0"/>
                <a:cs typeface="Arial" panose="020B0604020202020204" pitchFamily="34" charset="0"/>
              </a:rPr>
              <a:t>Định nghĩa điện áp tham chiếu ADC</a:t>
            </a:r>
          </a:p>
          <a:p>
            <a:pPr marL="285750" indent="-285750" algn="just">
              <a:buFont typeface="Arial" panose="020B0604020202020204" pitchFamily="34" charset="0"/>
              <a:buChar char="•"/>
            </a:pPr>
            <a:r>
              <a:rPr lang="en-VN" b="1" dirty="0">
                <a:latin typeface="Arial" panose="020B0604020202020204" pitchFamily="34" charset="0"/>
                <a:cs typeface="Arial" panose="020B0604020202020204" pitchFamily="34" charset="0"/>
              </a:rPr>
              <a:t>AREF_MODE</a:t>
            </a:r>
            <a:r>
              <a:rPr lang="en-VN" dirty="0">
                <a:latin typeface="Arial" panose="020B0604020202020204" pitchFamily="34" charset="0"/>
                <a:cs typeface="Arial" panose="020B0604020202020204" pitchFamily="34" charset="0"/>
              </a:rPr>
              <a:t>: Dùng điện áp ngoài AREF làm tham chiếu.</a:t>
            </a:r>
          </a:p>
          <a:p>
            <a:pPr marL="285750" indent="-285750" algn="just">
              <a:buFont typeface="Arial" panose="020B0604020202020204" pitchFamily="34" charset="0"/>
              <a:buChar char="•"/>
            </a:pPr>
            <a:r>
              <a:rPr lang="en-VN" b="1" dirty="0">
                <a:latin typeface="Arial" panose="020B0604020202020204" pitchFamily="34" charset="0"/>
                <a:cs typeface="Arial" panose="020B0604020202020204" pitchFamily="34" charset="0"/>
              </a:rPr>
              <a:t>AVCC_MODE</a:t>
            </a:r>
            <a:r>
              <a:rPr lang="en-VN" dirty="0">
                <a:latin typeface="Arial" panose="020B0604020202020204" pitchFamily="34" charset="0"/>
                <a:cs typeface="Arial" panose="020B0604020202020204" pitchFamily="34" charset="0"/>
              </a:rPr>
              <a:t>: Dùng điện áp AVCC làm tham chiếu.</a:t>
            </a:r>
          </a:p>
          <a:p>
            <a:pPr marL="285750" indent="-285750" algn="just">
              <a:buFont typeface="Arial" panose="020B0604020202020204" pitchFamily="34" charset="0"/>
              <a:buChar char="•"/>
            </a:pPr>
            <a:r>
              <a:rPr lang="en-VN" b="1" dirty="0">
                <a:latin typeface="Arial" panose="020B0604020202020204" pitchFamily="34" charset="0"/>
                <a:cs typeface="Arial" panose="020B0604020202020204" pitchFamily="34" charset="0"/>
              </a:rPr>
              <a:t>INT_MODE</a:t>
            </a:r>
            <a:r>
              <a:rPr lang="en-VN" dirty="0">
                <a:latin typeface="Arial" panose="020B0604020202020204" pitchFamily="34" charset="0"/>
                <a:cs typeface="Arial" panose="020B0604020202020204" pitchFamily="34" charset="0"/>
              </a:rPr>
              <a:t>: Dùng điện áp trong 2.56V làm tham chiếu.</a:t>
            </a:r>
          </a:p>
          <a:p>
            <a:pPr marL="285750" indent="-285750" algn="just">
              <a:buFont typeface="Arial" panose="020B0604020202020204" pitchFamily="34" charset="0"/>
              <a:buChar char="•"/>
            </a:pPr>
            <a:r>
              <a:rPr lang="en-VN" b="1" dirty="0">
                <a:latin typeface="Arial" panose="020B0604020202020204" pitchFamily="34" charset="0"/>
                <a:cs typeface="Arial" panose="020B0604020202020204" pitchFamily="34" charset="0"/>
              </a:rPr>
              <a:t>ADC_VREF_TYPE</a:t>
            </a:r>
            <a:r>
              <a:rPr lang="en-VN" dirty="0">
                <a:latin typeface="Arial" panose="020B0604020202020204" pitchFamily="34" charset="0"/>
                <a:cs typeface="Arial" panose="020B0604020202020204" pitchFamily="34" charset="0"/>
              </a:rPr>
              <a:t>: Dùng để chọn điện áp tham chiếu.</a:t>
            </a:r>
          </a:p>
        </p:txBody>
      </p:sp>
    </p:spTree>
    <p:extLst>
      <p:ext uri="{BB962C8B-B14F-4D97-AF65-F5344CB8AC3E}">
        <p14:creationId xmlns:p14="http://schemas.microsoft.com/office/powerpoint/2010/main" val="248073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BFD64-87D5-D491-413D-9F74EFFCFE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FE8CF3-5D3A-8EF9-6202-B6B7255AAAA8}"/>
              </a:ext>
            </a:extLst>
          </p:cNvPr>
          <p:cNvSpPr>
            <a:spLocks noGrp="1"/>
          </p:cNvSpPr>
          <p:nvPr>
            <p:ph type="sldNum" sz="quarter" idx="12"/>
          </p:nvPr>
        </p:nvSpPr>
        <p:spPr/>
        <p:txBody>
          <a:bodyPr/>
          <a:lstStyle/>
          <a:p>
            <a:fld id="{8C2E478F-E849-4A8C-AF1F-CBCC78A7CBFA}" type="slidenum">
              <a:rPr lang="en-US" smtClean="0"/>
              <a:t>40</a:t>
            </a:fld>
            <a:endParaRPr lang="en-US" dirty="0"/>
          </a:p>
        </p:txBody>
      </p:sp>
      <p:sp>
        <p:nvSpPr>
          <p:cNvPr id="3" name="Title 2">
            <a:extLst>
              <a:ext uri="{FF2B5EF4-FFF2-40B4-BE49-F238E27FC236}">
                <a16:creationId xmlns:a16="http://schemas.microsoft.com/office/drawing/2014/main" id="{2BB7FA1E-4DCF-DD1D-38D4-CC4A381389BE}"/>
              </a:ext>
            </a:extLst>
          </p:cNvPr>
          <p:cNvSpPr>
            <a:spLocks noGrp="1"/>
          </p:cNvSpPr>
          <p:nvPr>
            <p:ph type="title"/>
          </p:nvPr>
        </p:nvSpPr>
        <p:spPr/>
        <p:txBody>
          <a:bodyPr/>
          <a:lstStyle/>
          <a:p>
            <a:r>
              <a:rPr lang="en-VN" dirty="0"/>
              <a:t>Example</a:t>
            </a:r>
          </a:p>
        </p:txBody>
      </p:sp>
      <p:pic>
        <p:nvPicPr>
          <p:cNvPr id="10" name="Content Placeholder 9">
            <a:extLst>
              <a:ext uri="{FF2B5EF4-FFF2-40B4-BE49-F238E27FC236}">
                <a16:creationId xmlns:a16="http://schemas.microsoft.com/office/drawing/2014/main" id="{199383CE-05FF-71A2-AC6A-5E8A13315759}"/>
              </a:ext>
            </a:extLst>
          </p:cNvPr>
          <p:cNvPicPr>
            <a:picLocks noGrp="1" noChangeAspect="1"/>
          </p:cNvPicPr>
          <p:nvPr>
            <p:ph idx="1"/>
          </p:nvPr>
        </p:nvPicPr>
        <p:blipFill>
          <a:blip r:embed="rId2"/>
          <a:stretch>
            <a:fillRect/>
          </a:stretch>
        </p:blipFill>
        <p:spPr>
          <a:xfrm>
            <a:off x="594519" y="735452"/>
            <a:ext cx="6202081" cy="5573713"/>
          </a:xfrm>
          <a:ln>
            <a:solidFill>
              <a:schemeClr val="tx1"/>
            </a:solidFill>
          </a:ln>
        </p:spPr>
      </p:pic>
      <p:sp>
        <p:nvSpPr>
          <p:cNvPr id="4" name="Rectangle 3">
            <a:extLst>
              <a:ext uri="{FF2B5EF4-FFF2-40B4-BE49-F238E27FC236}">
                <a16:creationId xmlns:a16="http://schemas.microsoft.com/office/drawing/2014/main" id="{4B0F155A-EFC9-29A7-E091-2FE86D5854D4}"/>
              </a:ext>
            </a:extLst>
          </p:cNvPr>
          <p:cNvSpPr/>
          <p:nvPr/>
        </p:nvSpPr>
        <p:spPr>
          <a:xfrm>
            <a:off x="594518" y="1623315"/>
            <a:ext cx="6202081" cy="15411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 name="Rounded Rectangle 4">
            <a:extLst>
              <a:ext uri="{FF2B5EF4-FFF2-40B4-BE49-F238E27FC236}">
                <a16:creationId xmlns:a16="http://schemas.microsoft.com/office/drawing/2014/main" id="{FF6898E8-ACA4-893C-6206-9C8B1024B7AD}"/>
              </a:ext>
            </a:extLst>
          </p:cNvPr>
          <p:cNvSpPr/>
          <p:nvPr/>
        </p:nvSpPr>
        <p:spPr>
          <a:xfrm>
            <a:off x="7017249" y="747991"/>
            <a:ext cx="4580232" cy="10294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b="1" dirty="0"/>
              <a:t>Khai báo b</a:t>
            </a:r>
            <a:r>
              <a:rPr lang="en-US" b="1" dirty="0" err="1"/>
              <a:t>i</a:t>
            </a:r>
            <a:r>
              <a:rPr lang="en-VN" b="1" dirty="0"/>
              <a:t>ến toàn cục</a:t>
            </a:r>
          </a:p>
          <a:p>
            <a:pPr marL="285750" indent="-285750" algn="just">
              <a:buFont typeface="Arial" panose="020B0604020202020204" pitchFamily="34" charset="0"/>
              <a:buChar char="•"/>
            </a:pPr>
            <a:r>
              <a:rPr lang="en-US" b="1" dirty="0"/>
              <a:t>u</a:t>
            </a:r>
            <a:r>
              <a:rPr lang="en-VN" b="1" dirty="0"/>
              <a:t>int16_t ADC_val</a:t>
            </a:r>
            <a:r>
              <a:rPr lang="en-VN" dirty="0"/>
              <a:t>:Khai báo biến ADC_val kiểu unsigned integer 16 bits để lưu trữ giá trị ADC sau khi chuyển đổi kết thúc.</a:t>
            </a:r>
          </a:p>
        </p:txBody>
      </p:sp>
    </p:spTree>
    <p:extLst>
      <p:ext uri="{BB962C8B-B14F-4D97-AF65-F5344CB8AC3E}">
        <p14:creationId xmlns:p14="http://schemas.microsoft.com/office/powerpoint/2010/main" val="22983411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D9F0-3A75-4E45-45D7-335D680D7C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CA1CDD-7D18-6384-EADD-3FE45E247BB0}"/>
              </a:ext>
            </a:extLst>
          </p:cNvPr>
          <p:cNvSpPr>
            <a:spLocks noGrp="1"/>
          </p:cNvSpPr>
          <p:nvPr>
            <p:ph type="sldNum" sz="quarter" idx="12"/>
          </p:nvPr>
        </p:nvSpPr>
        <p:spPr/>
        <p:txBody>
          <a:bodyPr/>
          <a:lstStyle/>
          <a:p>
            <a:fld id="{8C2E478F-E849-4A8C-AF1F-CBCC78A7CBFA}" type="slidenum">
              <a:rPr lang="en-US" smtClean="0"/>
              <a:t>41</a:t>
            </a:fld>
            <a:endParaRPr lang="en-US" dirty="0"/>
          </a:p>
        </p:txBody>
      </p:sp>
      <p:sp>
        <p:nvSpPr>
          <p:cNvPr id="3" name="Title 2">
            <a:extLst>
              <a:ext uri="{FF2B5EF4-FFF2-40B4-BE49-F238E27FC236}">
                <a16:creationId xmlns:a16="http://schemas.microsoft.com/office/drawing/2014/main" id="{724209AD-301E-3DDC-48BF-E53D9926751A}"/>
              </a:ext>
            </a:extLst>
          </p:cNvPr>
          <p:cNvSpPr>
            <a:spLocks noGrp="1"/>
          </p:cNvSpPr>
          <p:nvPr>
            <p:ph type="title"/>
          </p:nvPr>
        </p:nvSpPr>
        <p:spPr/>
        <p:txBody>
          <a:bodyPr/>
          <a:lstStyle/>
          <a:p>
            <a:r>
              <a:rPr lang="en-VN" dirty="0"/>
              <a:t>Example</a:t>
            </a:r>
          </a:p>
        </p:txBody>
      </p:sp>
      <p:pic>
        <p:nvPicPr>
          <p:cNvPr id="10" name="Content Placeholder 9">
            <a:extLst>
              <a:ext uri="{FF2B5EF4-FFF2-40B4-BE49-F238E27FC236}">
                <a16:creationId xmlns:a16="http://schemas.microsoft.com/office/drawing/2014/main" id="{24D399C3-F886-4DAB-87D7-067AE4B48294}"/>
              </a:ext>
            </a:extLst>
          </p:cNvPr>
          <p:cNvPicPr>
            <a:picLocks noGrp="1" noChangeAspect="1"/>
          </p:cNvPicPr>
          <p:nvPr>
            <p:ph idx="1"/>
          </p:nvPr>
        </p:nvPicPr>
        <p:blipFill>
          <a:blip r:embed="rId2"/>
          <a:stretch>
            <a:fillRect/>
          </a:stretch>
        </p:blipFill>
        <p:spPr>
          <a:xfrm>
            <a:off x="594519" y="735452"/>
            <a:ext cx="6202081" cy="5573713"/>
          </a:xfrm>
          <a:ln>
            <a:solidFill>
              <a:schemeClr val="tx1"/>
            </a:solidFill>
          </a:ln>
        </p:spPr>
      </p:pic>
      <p:sp>
        <p:nvSpPr>
          <p:cNvPr id="4" name="Rectangle 3">
            <a:extLst>
              <a:ext uri="{FF2B5EF4-FFF2-40B4-BE49-F238E27FC236}">
                <a16:creationId xmlns:a16="http://schemas.microsoft.com/office/drawing/2014/main" id="{05EEE100-845D-0CB9-DF1F-C076C1BEAA69}"/>
              </a:ext>
            </a:extLst>
          </p:cNvPr>
          <p:cNvSpPr/>
          <p:nvPr/>
        </p:nvSpPr>
        <p:spPr>
          <a:xfrm>
            <a:off x="594518" y="1767155"/>
            <a:ext cx="6202081" cy="10376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 name="Rounded Rectangle 4">
            <a:extLst>
              <a:ext uri="{FF2B5EF4-FFF2-40B4-BE49-F238E27FC236}">
                <a16:creationId xmlns:a16="http://schemas.microsoft.com/office/drawing/2014/main" id="{14307520-EF26-DCB8-C045-B30F8B0AB874}"/>
              </a:ext>
            </a:extLst>
          </p:cNvPr>
          <p:cNvSpPr/>
          <p:nvPr/>
        </p:nvSpPr>
        <p:spPr>
          <a:xfrm>
            <a:off x="7017249" y="735451"/>
            <a:ext cx="4580232" cy="35245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b="1" dirty="0">
                <a:latin typeface="Arial" panose="020B0604020202020204" pitchFamily="34" charset="0"/>
                <a:cs typeface="Arial" panose="020B0604020202020204" pitchFamily="34" charset="0"/>
              </a:rPr>
              <a:t>Hàm đọc ADC:</a:t>
            </a:r>
          </a:p>
          <a:p>
            <a:pPr marL="285750" indent="-285750" algn="just">
              <a:buFont typeface="Arial" panose="020B0604020202020204" pitchFamily="34" charset="0"/>
              <a:buChar char="•"/>
            </a:pPr>
            <a:r>
              <a:rPr lang="en-VN" b="1" dirty="0">
                <a:latin typeface="Arial" panose="020B0604020202020204" pitchFamily="34" charset="0"/>
                <a:cs typeface="Arial" panose="020B0604020202020204" pitchFamily="34" charset="0"/>
              </a:rPr>
              <a:t>ADMUX = adc_channel: </a:t>
            </a:r>
            <a:r>
              <a:rPr lang="en-VN" dirty="0">
                <a:latin typeface="Arial" panose="020B0604020202020204" pitchFamily="34" charset="0"/>
                <a:cs typeface="Arial" panose="020B0604020202020204" pitchFamily="34" charset="0"/>
              </a:rPr>
              <a:t>Chọn thanh ghi kênh đầu vào. Vì adc_channel = 0 nên ADMUX = 0x00.</a:t>
            </a:r>
          </a:p>
          <a:p>
            <a:pPr marL="285750" indent="-285750" algn="just">
              <a:buFont typeface="Arial" panose="020B0604020202020204" pitchFamily="34" charset="0"/>
              <a:buChar char="•"/>
            </a:pPr>
            <a:r>
              <a:rPr lang="en-VN" b="1" dirty="0">
                <a:latin typeface="Arial" panose="020B0604020202020204" pitchFamily="34" charset="0"/>
                <a:cs typeface="Arial" panose="020B0604020202020204" pitchFamily="34" charset="0"/>
              </a:rPr>
              <a:t>ADCSRA |= (1 &lt;&lt; ADCS): </a:t>
            </a:r>
            <a:r>
              <a:rPr lang="en-VN" dirty="0">
                <a:latin typeface="Arial" panose="020B0604020202020204" pitchFamily="34" charset="0"/>
                <a:cs typeface="Arial" panose="020B0604020202020204" pitchFamily="34" charset="0"/>
              </a:rPr>
              <a:t>Chân ADSC = 1, cho phép ADC bắt đầu thực hiện chuyển đổi.</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L</a:t>
            </a:r>
            <a:r>
              <a:rPr lang="en-VN" b="1" dirty="0">
                <a:latin typeface="Arial" panose="020B0604020202020204" pitchFamily="34" charset="0"/>
                <a:cs typeface="Arial" panose="020B0604020202020204" pitchFamily="34" charset="0"/>
              </a:rPr>
              <a:t>oop_until_bit_set(ADCSRA,ADIF): </a:t>
            </a:r>
            <a:r>
              <a:rPr lang="en-VN" dirty="0">
                <a:latin typeface="Arial" panose="020B0604020202020204" pitchFamily="34" charset="0"/>
                <a:cs typeface="Arial" panose="020B0604020202020204" pitchFamily="34" charset="0"/>
              </a:rPr>
              <a:t>thực hiện chuyển đổi cho đến khi ADIF thì kết thúc.</a:t>
            </a:r>
          </a:p>
          <a:p>
            <a:pPr marL="285750" indent="-285750" algn="just">
              <a:buFont typeface="Arial" panose="020B0604020202020204" pitchFamily="34" charset="0"/>
              <a:buChar char="•"/>
            </a:pPr>
            <a:r>
              <a:rPr lang="en-US" b="1" dirty="0">
                <a:latin typeface="Arial" panose="020B0604020202020204" pitchFamily="34" charset="0"/>
                <a:cs typeface="Arial" panose="020B0604020202020204" pitchFamily="34" charset="0"/>
              </a:rPr>
              <a:t>R</a:t>
            </a:r>
            <a:r>
              <a:rPr lang="en-VN" b="1" dirty="0">
                <a:latin typeface="Arial" panose="020B0604020202020204" pitchFamily="34" charset="0"/>
                <a:cs typeface="Arial" panose="020B0604020202020204" pitchFamily="34" charset="0"/>
              </a:rPr>
              <a:t>eturn ADCW: </a:t>
            </a:r>
            <a:r>
              <a:rPr lang="en-VN" dirty="0">
                <a:latin typeface="Arial" panose="020B0604020202020204" pitchFamily="34" charset="0"/>
                <a:cs typeface="Arial" panose="020B0604020202020204" pitchFamily="34" charset="0"/>
              </a:rPr>
              <a:t>Trả về kết quả ADC 10 bits sau khi chuyển đổi.</a:t>
            </a:r>
          </a:p>
        </p:txBody>
      </p:sp>
    </p:spTree>
    <p:extLst>
      <p:ext uri="{BB962C8B-B14F-4D97-AF65-F5344CB8AC3E}">
        <p14:creationId xmlns:p14="http://schemas.microsoft.com/office/powerpoint/2010/main" val="17874167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72192-9557-3E42-9183-83E0FE4CFF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5F22C7-0565-5E71-B05E-982F7535EF7D}"/>
              </a:ext>
            </a:extLst>
          </p:cNvPr>
          <p:cNvSpPr>
            <a:spLocks noGrp="1"/>
          </p:cNvSpPr>
          <p:nvPr>
            <p:ph type="sldNum" sz="quarter" idx="12"/>
          </p:nvPr>
        </p:nvSpPr>
        <p:spPr/>
        <p:txBody>
          <a:bodyPr/>
          <a:lstStyle/>
          <a:p>
            <a:fld id="{8C2E478F-E849-4A8C-AF1F-CBCC78A7CBFA}" type="slidenum">
              <a:rPr lang="en-US" smtClean="0"/>
              <a:t>42</a:t>
            </a:fld>
            <a:endParaRPr lang="en-US" dirty="0"/>
          </a:p>
        </p:txBody>
      </p:sp>
      <p:sp>
        <p:nvSpPr>
          <p:cNvPr id="3" name="Title 2">
            <a:extLst>
              <a:ext uri="{FF2B5EF4-FFF2-40B4-BE49-F238E27FC236}">
                <a16:creationId xmlns:a16="http://schemas.microsoft.com/office/drawing/2014/main" id="{92977C8A-2ECC-22CE-3EE2-B23F21DC8AEB}"/>
              </a:ext>
            </a:extLst>
          </p:cNvPr>
          <p:cNvSpPr>
            <a:spLocks noGrp="1"/>
          </p:cNvSpPr>
          <p:nvPr>
            <p:ph type="title"/>
          </p:nvPr>
        </p:nvSpPr>
        <p:spPr/>
        <p:txBody>
          <a:bodyPr/>
          <a:lstStyle/>
          <a:p>
            <a:r>
              <a:rPr lang="en-VN" dirty="0"/>
              <a:t>Example</a:t>
            </a:r>
          </a:p>
        </p:txBody>
      </p:sp>
      <p:pic>
        <p:nvPicPr>
          <p:cNvPr id="10" name="Content Placeholder 9">
            <a:extLst>
              <a:ext uri="{FF2B5EF4-FFF2-40B4-BE49-F238E27FC236}">
                <a16:creationId xmlns:a16="http://schemas.microsoft.com/office/drawing/2014/main" id="{8748A54F-93E1-5962-90B3-8ADEBA95E51B}"/>
              </a:ext>
            </a:extLst>
          </p:cNvPr>
          <p:cNvPicPr>
            <a:picLocks noGrp="1" noChangeAspect="1"/>
          </p:cNvPicPr>
          <p:nvPr>
            <p:ph idx="1"/>
          </p:nvPr>
        </p:nvPicPr>
        <p:blipFill>
          <a:blip r:embed="rId2"/>
          <a:stretch>
            <a:fillRect/>
          </a:stretch>
        </p:blipFill>
        <p:spPr>
          <a:xfrm>
            <a:off x="594519" y="735452"/>
            <a:ext cx="6202081" cy="5573713"/>
          </a:xfrm>
          <a:ln>
            <a:solidFill>
              <a:schemeClr val="tx1"/>
            </a:solidFill>
          </a:ln>
        </p:spPr>
      </p:pic>
      <p:sp>
        <p:nvSpPr>
          <p:cNvPr id="4" name="Rectangle 3">
            <a:extLst>
              <a:ext uri="{FF2B5EF4-FFF2-40B4-BE49-F238E27FC236}">
                <a16:creationId xmlns:a16="http://schemas.microsoft.com/office/drawing/2014/main" id="{8C19ABD8-3F28-1DD3-106C-8011B09888CE}"/>
              </a:ext>
            </a:extLst>
          </p:cNvPr>
          <p:cNvSpPr/>
          <p:nvPr/>
        </p:nvSpPr>
        <p:spPr>
          <a:xfrm>
            <a:off x="594519" y="2774022"/>
            <a:ext cx="6202081" cy="164386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 name="Rounded Rectangle 4">
            <a:extLst>
              <a:ext uri="{FF2B5EF4-FFF2-40B4-BE49-F238E27FC236}">
                <a16:creationId xmlns:a16="http://schemas.microsoft.com/office/drawing/2014/main" id="{86A08290-14D5-34FC-1575-68395F98A9BA}"/>
              </a:ext>
            </a:extLst>
          </p:cNvPr>
          <p:cNvSpPr/>
          <p:nvPr/>
        </p:nvSpPr>
        <p:spPr>
          <a:xfrm>
            <a:off x="6985000" y="735452"/>
            <a:ext cx="4612481" cy="50049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b="1" dirty="0">
                <a:latin typeface="Arial" panose="020B0604020202020204" pitchFamily="34" charset="0"/>
                <a:cs typeface="Arial" panose="020B0604020202020204" pitchFamily="34" charset="0"/>
              </a:rPr>
              <a:t>Hàm hiểm thị LED</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unit16_t digits[4]: </a:t>
            </a:r>
            <a:r>
              <a:rPr lang="en-US" dirty="0">
                <a:latin typeface="Arial" panose="020B0604020202020204" pitchFamily="34" charset="0"/>
                <a:cs typeface="Arial" panose="020B0604020202020204" pitchFamily="34" charset="0"/>
              </a:rPr>
              <a:t>Khai </a:t>
            </a:r>
            <a:r>
              <a:rPr lang="en-US" dirty="0" err="1">
                <a:latin typeface="Arial" panose="020B0604020202020204" pitchFamily="34" charset="0"/>
                <a:cs typeface="Arial" panose="020B0604020202020204" pitchFamily="34" charset="0"/>
              </a:rPr>
              <a:t>báo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mảng</a:t>
            </a:r>
            <a:r>
              <a:rPr lang="en-US" dirty="0">
                <a:latin typeface="Arial" panose="020B0604020202020204" pitchFamily="34" charset="0"/>
                <a:cs typeface="Arial" panose="020B0604020202020204" pitchFamily="34" charset="0"/>
              </a:rPr>
              <a:t> digits </a:t>
            </a:r>
            <a:r>
              <a:rPr lang="en-US" dirty="0" err="1">
                <a:latin typeface="Arial" panose="020B0604020202020204" pitchFamily="34" charset="0"/>
                <a:cs typeface="Arial" panose="020B0604020202020204" pitchFamily="34" charset="0"/>
              </a:rPr>
              <a:t>gồm</a:t>
            </a:r>
            <a:r>
              <a:rPr lang="en-US" dirty="0">
                <a:latin typeface="Arial" panose="020B0604020202020204" pitchFamily="34" charset="0"/>
                <a:cs typeface="Arial" panose="020B0604020202020204" pitchFamily="34" charset="0"/>
              </a:rPr>
              <a:t> 4 </a:t>
            </a:r>
            <a:r>
              <a:rPr lang="en-US" dirty="0" err="1">
                <a:latin typeface="Arial" panose="020B0604020202020204" pitchFamily="34" charset="0"/>
                <a:cs typeface="Arial" panose="020B0604020202020204" pitchFamily="34" charset="0"/>
              </a:rPr>
              <a:t>phần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kiểu</a:t>
            </a:r>
            <a:r>
              <a:rPr lang="en-US" dirty="0">
                <a:latin typeface="Arial" panose="020B0604020202020204" pitchFamily="34" charset="0"/>
                <a:cs typeface="Arial" panose="020B0604020202020204" pitchFamily="34" charset="0"/>
              </a:rPr>
              <a:t> unsigned integer 16 bits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lưu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màn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f</a:t>
            </a:r>
            <a:r>
              <a:rPr lang="en-VN" b="1" dirty="0">
                <a:latin typeface="Arial" panose="020B0604020202020204" pitchFamily="34" charset="0"/>
                <a:cs typeface="Arial" panose="020B0604020202020204" pitchFamily="34" charset="0"/>
              </a:rPr>
              <a:t>or (unit8_t </a:t>
            </a:r>
            <a:r>
              <a:rPr lang="en-US" b="1" dirty="0" err="1">
                <a:latin typeface="Arial" panose="020B0604020202020204" pitchFamily="34" charset="0"/>
                <a:cs typeface="Arial" panose="020B0604020202020204" pitchFamily="34" charset="0"/>
              </a:rPr>
              <a:t>i</a:t>
            </a:r>
            <a:r>
              <a:rPr lang="en-US" b="1" dirty="0">
                <a:latin typeface="Arial" panose="020B0604020202020204" pitchFamily="34" charset="0"/>
                <a:cs typeface="Arial" panose="020B0604020202020204" pitchFamily="34" charset="0"/>
              </a:rPr>
              <a:t> = 0; I &lt; 4; </a:t>
            </a:r>
            <a:r>
              <a:rPr lang="en-US" b="1" dirty="0" err="1">
                <a:latin typeface="Arial" panose="020B0604020202020204" pitchFamily="34" charset="0"/>
                <a:cs typeface="Arial" panose="020B0604020202020204" pitchFamily="34" charset="0"/>
              </a:rPr>
              <a:t>i</a:t>
            </a:r>
            <a:r>
              <a:rPr lang="en-US" b="1"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vòng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lặp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4 </a:t>
            </a:r>
            <a:r>
              <a:rPr lang="en-US" dirty="0" err="1">
                <a:latin typeface="Arial" panose="020B0604020202020204" pitchFamily="34" charset="0"/>
                <a:cs typeface="Arial" panose="020B0604020202020204" pitchFamily="34" charset="0"/>
              </a:rPr>
              <a:t>lần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lượt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hang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biến</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 Lưu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mảng</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digits</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PORTB = (digits[2] &lt;&lt; 4) | digits[3]: </a:t>
            </a:r>
            <a:r>
              <a:rPr lang="en-US" dirty="0" err="1">
                <a:latin typeface="Arial" panose="020B0604020202020204" pitchFamily="34" charset="0"/>
                <a:cs typeface="Arial" panose="020B0604020202020204" pitchFamily="34" charset="0"/>
              </a:rPr>
              <a:t>Dịch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trị</a:t>
            </a:r>
            <a:r>
              <a:rPr lang="en-US" dirty="0">
                <a:latin typeface="Arial" panose="020B0604020202020204" pitchFamily="34" charset="0"/>
                <a:cs typeface="Arial" panose="020B0604020202020204" pitchFamily="34" charset="0"/>
              </a:rPr>
              <a:t> hang </a:t>
            </a:r>
            <a:r>
              <a:rPr lang="en-US" dirty="0" err="1">
                <a:latin typeface="Arial" panose="020B0604020202020204" pitchFamily="34" charset="0"/>
                <a:cs typeface="Arial" panose="020B0604020202020204" pitchFamily="34" charset="0"/>
              </a:rPr>
              <a:t>nghìn</a:t>
            </a:r>
            <a:r>
              <a:rPr lang="en-US" dirty="0">
                <a:latin typeface="Arial" panose="020B0604020202020204" pitchFamily="34" charset="0"/>
                <a:cs typeface="Arial" panose="020B0604020202020204" pitchFamily="34" charset="0"/>
              </a:rPr>
              <a:t> digits[2] sang </a:t>
            </a:r>
            <a:r>
              <a:rPr lang="en-US" dirty="0" err="1">
                <a:latin typeface="Arial" panose="020B0604020202020204" pitchFamily="34" charset="0"/>
                <a:cs typeface="Arial" panose="020B0604020202020204" pitchFamily="34" charset="0"/>
              </a:rPr>
              <a:t>trái</a:t>
            </a:r>
            <a:r>
              <a:rPr lang="en-US" dirty="0">
                <a:latin typeface="Arial" panose="020B0604020202020204" pitchFamily="34" charset="0"/>
                <a:cs typeface="Arial" panose="020B0604020202020204" pitchFamily="34" charset="0"/>
              </a:rPr>
              <a:t> 4 bits, </a:t>
            </a:r>
            <a:r>
              <a:rPr lang="en-US" dirty="0" err="1">
                <a:latin typeface="Arial" panose="020B0604020202020204" pitchFamily="34" charset="0"/>
                <a:cs typeface="Arial" panose="020B0604020202020204" pitchFamily="34" charset="0"/>
              </a:rPr>
              <a:t>đưa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nửa</a:t>
            </a:r>
            <a:r>
              <a:rPr lang="en-US" dirty="0">
                <a:latin typeface="Arial" panose="020B0604020202020204" pitchFamily="34" charset="0"/>
                <a:cs typeface="Arial" panose="020B0604020202020204" pitchFamily="34" charset="0"/>
              </a:rPr>
              <a:t> byte </a:t>
            </a:r>
            <a:r>
              <a:rPr lang="en-US" dirty="0" err="1">
                <a:latin typeface="Arial" panose="020B0604020202020204" pitchFamily="34" charset="0"/>
                <a:cs typeface="Arial" panose="020B0604020202020204" pitchFamily="34" charset="0"/>
              </a:rPr>
              <a:t>cao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PORTB,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tử</a:t>
            </a:r>
            <a:r>
              <a:rPr lang="en-US" dirty="0">
                <a:latin typeface="Arial" panose="020B0604020202020204" pitchFamily="34" charset="0"/>
                <a:cs typeface="Arial" panose="020B0604020202020204" pitchFamily="34" charset="0"/>
              </a:rPr>
              <a:t> OR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ghép</a:t>
            </a:r>
            <a:r>
              <a:rPr lang="en-US" dirty="0">
                <a:latin typeface="Arial" panose="020B0604020202020204" pitchFamily="34" charset="0"/>
                <a:cs typeface="Arial" panose="020B0604020202020204" pitchFamily="34" charset="0"/>
              </a:rPr>
              <a:t> 4 bits </a:t>
            </a:r>
            <a:r>
              <a:rPr lang="en-US" dirty="0" err="1">
                <a:latin typeface="Arial" panose="020B0604020202020204" pitchFamily="34" charset="0"/>
                <a:cs typeface="Arial" panose="020B0604020202020204" pitchFamily="34" charset="0"/>
              </a:rPr>
              <a:t>thấp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trăm</a:t>
            </a:r>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PORTC = (digits[0] &lt;&lt; 4) | digits[1</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chục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hang </a:t>
            </a:r>
            <a:r>
              <a:rPr lang="en-US" dirty="0" err="1">
                <a:latin typeface="Arial" panose="020B0604020202020204" pitchFamily="34" charset="0"/>
                <a:cs typeface="Arial" panose="020B0604020202020204" pitchFamily="34" charset="0"/>
              </a:rPr>
              <a:t>đơn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vị</a:t>
            </a:r>
            <a:r>
              <a:rPr lang="en-US" dirty="0">
                <a:latin typeface="Arial" panose="020B0604020202020204" pitchFamily="34" charset="0"/>
                <a:cs typeface="Arial" panose="020B0604020202020204" pitchFamily="34" charset="0"/>
              </a:rPr>
              <a:t>.</a:t>
            </a:r>
            <a:endParaRPr lang="en-V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263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94ED6-E042-E05C-7982-599A29B132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9B6097-3D95-1E09-81BB-3F6AF57544D9}"/>
              </a:ext>
            </a:extLst>
          </p:cNvPr>
          <p:cNvSpPr>
            <a:spLocks noGrp="1"/>
          </p:cNvSpPr>
          <p:nvPr>
            <p:ph type="sldNum" sz="quarter" idx="12"/>
          </p:nvPr>
        </p:nvSpPr>
        <p:spPr/>
        <p:txBody>
          <a:bodyPr/>
          <a:lstStyle/>
          <a:p>
            <a:fld id="{8C2E478F-E849-4A8C-AF1F-CBCC78A7CBFA}" type="slidenum">
              <a:rPr lang="en-US" smtClean="0"/>
              <a:t>43</a:t>
            </a:fld>
            <a:endParaRPr lang="en-US" dirty="0"/>
          </a:p>
        </p:txBody>
      </p:sp>
      <p:sp>
        <p:nvSpPr>
          <p:cNvPr id="3" name="Title 2">
            <a:extLst>
              <a:ext uri="{FF2B5EF4-FFF2-40B4-BE49-F238E27FC236}">
                <a16:creationId xmlns:a16="http://schemas.microsoft.com/office/drawing/2014/main" id="{77388714-4F57-5470-4215-A03E5586D421}"/>
              </a:ext>
            </a:extLst>
          </p:cNvPr>
          <p:cNvSpPr>
            <a:spLocks noGrp="1"/>
          </p:cNvSpPr>
          <p:nvPr>
            <p:ph type="title"/>
          </p:nvPr>
        </p:nvSpPr>
        <p:spPr/>
        <p:txBody>
          <a:bodyPr/>
          <a:lstStyle/>
          <a:p>
            <a:r>
              <a:rPr lang="en-VN" dirty="0"/>
              <a:t>Example</a:t>
            </a:r>
          </a:p>
        </p:txBody>
      </p:sp>
      <p:pic>
        <p:nvPicPr>
          <p:cNvPr id="10" name="Content Placeholder 9">
            <a:extLst>
              <a:ext uri="{FF2B5EF4-FFF2-40B4-BE49-F238E27FC236}">
                <a16:creationId xmlns:a16="http://schemas.microsoft.com/office/drawing/2014/main" id="{8804E977-22EB-3667-7F7C-91BAC6760DAC}"/>
              </a:ext>
            </a:extLst>
          </p:cNvPr>
          <p:cNvPicPr>
            <a:picLocks noGrp="1" noChangeAspect="1"/>
          </p:cNvPicPr>
          <p:nvPr>
            <p:ph idx="1"/>
          </p:nvPr>
        </p:nvPicPr>
        <p:blipFill>
          <a:blip r:embed="rId2"/>
          <a:stretch>
            <a:fillRect/>
          </a:stretch>
        </p:blipFill>
        <p:spPr>
          <a:xfrm>
            <a:off x="594519" y="735452"/>
            <a:ext cx="6202081" cy="5573713"/>
          </a:xfrm>
          <a:ln>
            <a:solidFill>
              <a:schemeClr val="tx1"/>
            </a:solidFill>
          </a:ln>
        </p:spPr>
      </p:pic>
      <p:sp>
        <p:nvSpPr>
          <p:cNvPr id="4" name="Rectangle 3">
            <a:extLst>
              <a:ext uri="{FF2B5EF4-FFF2-40B4-BE49-F238E27FC236}">
                <a16:creationId xmlns:a16="http://schemas.microsoft.com/office/drawing/2014/main" id="{68AC89D5-3633-7D18-8C19-CD1345B296C8}"/>
              </a:ext>
            </a:extLst>
          </p:cNvPr>
          <p:cNvSpPr/>
          <p:nvPr/>
        </p:nvSpPr>
        <p:spPr>
          <a:xfrm>
            <a:off x="594518" y="4407613"/>
            <a:ext cx="6202081" cy="19015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 name="Rounded Rectangle 4">
            <a:extLst>
              <a:ext uri="{FF2B5EF4-FFF2-40B4-BE49-F238E27FC236}">
                <a16:creationId xmlns:a16="http://schemas.microsoft.com/office/drawing/2014/main" id="{AAE42E8C-9A96-92F6-CF3B-1187F20E49BA}"/>
              </a:ext>
            </a:extLst>
          </p:cNvPr>
          <p:cNvSpPr/>
          <p:nvPr/>
        </p:nvSpPr>
        <p:spPr>
          <a:xfrm>
            <a:off x="7017249" y="735452"/>
            <a:ext cx="4580232" cy="52335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b="1" dirty="0"/>
              <a:t>Hàm chính</a:t>
            </a:r>
          </a:p>
          <a:p>
            <a:pPr marL="285750" indent="-285750">
              <a:buFont typeface="Arial" panose="020B0604020202020204" pitchFamily="34" charset="0"/>
              <a:buChar char="•"/>
            </a:pPr>
            <a:r>
              <a:rPr lang="en-VN" b="1" dirty="0">
                <a:latin typeface="Arial" panose="020B0604020202020204" pitchFamily="34" charset="0"/>
                <a:cs typeface="Arial" panose="020B0604020202020204" pitchFamily="34" charset="0"/>
              </a:rPr>
              <a:t>ADCSRA = (1 &lt;&lt; ADEN) | (1 &lt;&lt; ADPS2) | (1 &lt; ADPS2) | (1 &lt;&lt; ADPS0): </a:t>
            </a:r>
            <a:r>
              <a:rPr lang="en-VN" dirty="0">
                <a:latin typeface="Arial" panose="020B0604020202020204" pitchFamily="34" charset="0"/>
                <a:cs typeface="Arial" panose="020B0604020202020204" pitchFamily="34" charset="0"/>
              </a:rPr>
              <a:t>bật ADC (ADEN) và chọn hệ số chia tần số 32 (ADPS2:0 = 101).</a:t>
            </a:r>
          </a:p>
          <a:p>
            <a:pPr marL="285750" indent="-285750">
              <a:buFont typeface="Arial" panose="020B0604020202020204" pitchFamily="34" charset="0"/>
              <a:buChar char="•"/>
            </a:pPr>
            <a:r>
              <a:rPr lang="en-VN" b="1" dirty="0">
                <a:latin typeface="Arial" panose="020B0604020202020204" pitchFamily="34" charset="0"/>
                <a:cs typeface="Arial" panose="020B0604020202020204" pitchFamily="34" charset="0"/>
              </a:rPr>
              <a:t>ADMUX = ADC_VREF_TYPE: </a:t>
            </a:r>
            <a:r>
              <a:rPr lang="en-VN" dirty="0">
                <a:latin typeface="Arial" panose="020B0604020202020204" pitchFamily="34" charset="0"/>
                <a:cs typeface="Arial" panose="020B0604020202020204" pitchFamily="34" charset="0"/>
              </a:rPr>
              <a:t>chọn điện áp tham cho thanh ghi ADMUX.</a:t>
            </a:r>
          </a:p>
          <a:p>
            <a:pPr marL="285750" indent="-285750">
              <a:buFont typeface="Arial" panose="020B0604020202020204" pitchFamily="34" charset="0"/>
              <a:buChar char="•"/>
            </a:pPr>
            <a:r>
              <a:rPr lang="en-VN" b="1" dirty="0">
                <a:latin typeface="Arial" panose="020B0604020202020204" pitchFamily="34" charset="0"/>
                <a:cs typeface="Arial" panose="020B0604020202020204" pitchFamily="34" charset="0"/>
              </a:rPr>
              <a:t>DDRB = DDRC = 0xFF: </a:t>
            </a:r>
            <a:r>
              <a:rPr lang="en-VN" dirty="0">
                <a:latin typeface="Arial" panose="020B0604020202020204" pitchFamily="34" charset="0"/>
                <a:cs typeface="Arial" panose="020B0604020202020204" pitchFamily="34" charset="0"/>
              </a:rPr>
              <a:t>thiết lập PORTB và PORTC là ngõ ra.</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a:t>
            </a:r>
            <a:r>
              <a:rPr lang="en-VN" b="1" dirty="0">
                <a:latin typeface="Arial" panose="020B0604020202020204" pitchFamily="34" charset="0"/>
                <a:cs typeface="Arial" panose="020B0604020202020204" pitchFamily="34" charset="0"/>
              </a:rPr>
              <a:t>hile (1): </a:t>
            </a:r>
            <a:r>
              <a:rPr lang="en-VN" dirty="0">
                <a:latin typeface="Arial" panose="020B0604020202020204" pitchFamily="34" charset="0"/>
                <a:cs typeface="Arial" panose="020B0604020202020204" pitchFamily="34" charset="0"/>
              </a:rPr>
              <a:t>Vòng lặp liên tục.</a:t>
            </a:r>
          </a:p>
          <a:p>
            <a:pPr marL="285750" indent="-285750">
              <a:buFont typeface="Arial" panose="020B0604020202020204" pitchFamily="34" charset="0"/>
              <a:buChar char="•"/>
            </a:pPr>
            <a:r>
              <a:rPr lang="en-VN" b="1" dirty="0">
                <a:latin typeface="Arial" panose="020B0604020202020204" pitchFamily="34" charset="0"/>
                <a:cs typeface="Arial" panose="020B0604020202020204" pitchFamily="34" charset="0"/>
              </a:rPr>
              <a:t>ADC_val = read_adc(0): </a:t>
            </a:r>
            <a:r>
              <a:rPr lang="en-VN" dirty="0">
                <a:latin typeface="Arial" panose="020B0604020202020204" pitchFamily="34" charset="0"/>
                <a:cs typeface="Arial" panose="020B0604020202020204" pitchFamily="34" charset="0"/>
              </a:rPr>
              <a:t>gán biến lưu giá trị ADC cho biến trả về từ hàm read_adc.</a:t>
            </a:r>
          </a:p>
          <a:p>
            <a:pPr marL="285750" indent="-285750">
              <a:buFont typeface="Arial" panose="020B0604020202020204" pitchFamily="34" charset="0"/>
              <a:buChar char="•"/>
            </a:pPr>
            <a:r>
              <a:rPr lang="en-VN" b="1" dirty="0">
                <a:latin typeface="Arial" panose="020B0604020202020204" pitchFamily="34" charset="0"/>
                <a:cs typeface="Arial" panose="020B0604020202020204" pitchFamily="34" charset="0"/>
              </a:rPr>
              <a:t>LED_out(ADC_val): </a:t>
            </a:r>
            <a:r>
              <a:rPr lang="en-VN" dirty="0">
                <a:latin typeface="Arial" panose="020B0604020202020204" pitchFamily="34" charset="0"/>
                <a:cs typeface="Arial" panose="020B0604020202020204" pitchFamily="34" charset="0"/>
              </a:rPr>
              <a:t>hiển thị LED cho giá trị ADC_val.</a:t>
            </a:r>
          </a:p>
          <a:p>
            <a:pPr marL="285750" indent="-285750">
              <a:buFont typeface="Arial" panose="020B0604020202020204" pitchFamily="34" charset="0"/>
              <a:buChar char="•"/>
            </a:pPr>
            <a:r>
              <a:rPr lang="en-VN" b="1" dirty="0">
                <a:latin typeface="Arial" panose="020B0604020202020204" pitchFamily="34" charset="0"/>
                <a:cs typeface="Arial" panose="020B0604020202020204" pitchFamily="34" charset="0"/>
              </a:rPr>
              <a:t>_delay_ms(100): </a:t>
            </a:r>
            <a:r>
              <a:rPr lang="en-VN" dirty="0">
                <a:latin typeface="Arial" panose="020B0604020202020204" pitchFamily="34" charset="0"/>
                <a:cs typeface="Arial" panose="020B0604020202020204" pitchFamily="34" charset="0"/>
              </a:rPr>
              <a:t>delay khoảng 100ms.</a:t>
            </a:r>
          </a:p>
        </p:txBody>
      </p:sp>
    </p:spTree>
    <p:extLst>
      <p:ext uri="{BB962C8B-B14F-4D97-AF65-F5344CB8AC3E}">
        <p14:creationId xmlns:p14="http://schemas.microsoft.com/office/powerpoint/2010/main" val="347733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9430BA-BF26-5E53-9FB8-44C7E81607C6}"/>
              </a:ext>
            </a:extLst>
          </p:cNvPr>
          <p:cNvSpPr>
            <a:spLocks noGrp="1"/>
          </p:cNvSpPr>
          <p:nvPr>
            <p:ph type="sldNum" sz="quarter" idx="12"/>
          </p:nvPr>
        </p:nvSpPr>
        <p:spPr/>
        <p:txBody>
          <a:bodyPr/>
          <a:lstStyle/>
          <a:p>
            <a:fld id="{8C2E478F-E849-4A8C-AF1F-CBCC78A7CBFA}" type="slidenum">
              <a:rPr lang="en-US" smtClean="0"/>
              <a:t>44</a:t>
            </a:fld>
            <a:endParaRPr lang="en-US" dirty="0"/>
          </a:p>
        </p:txBody>
      </p:sp>
      <p:sp>
        <p:nvSpPr>
          <p:cNvPr id="3" name="Title 2">
            <a:extLst>
              <a:ext uri="{FF2B5EF4-FFF2-40B4-BE49-F238E27FC236}">
                <a16:creationId xmlns:a16="http://schemas.microsoft.com/office/drawing/2014/main" id="{F5FD817C-EAC9-2421-30EB-95A5BF0C2466}"/>
              </a:ext>
            </a:extLst>
          </p:cNvPr>
          <p:cNvSpPr>
            <a:spLocks noGrp="1"/>
          </p:cNvSpPr>
          <p:nvPr>
            <p:ph type="title"/>
          </p:nvPr>
        </p:nvSpPr>
        <p:spPr/>
        <p:txBody>
          <a:bodyPr/>
          <a:lstStyle/>
          <a:p>
            <a:r>
              <a:rPr lang="en-VN" dirty="0"/>
              <a:t>Example</a:t>
            </a:r>
          </a:p>
        </p:txBody>
      </p:sp>
      <p:sp>
        <p:nvSpPr>
          <p:cNvPr id="12" name="Content Placeholder 11">
            <a:extLst>
              <a:ext uri="{FF2B5EF4-FFF2-40B4-BE49-F238E27FC236}">
                <a16:creationId xmlns:a16="http://schemas.microsoft.com/office/drawing/2014/main" id="{2E129617-2820-BA39-6388-DC81CC45D3AE}"/>
              </a:ext>
            </a:extLst>
          </p:cNvPr>
          <p:cNvSpPr>
            <a:spLocks noGrp="1"/>
          </p:cNvSpPr>
          <p:nvPr>
            <p:ph idx="1"/>
          </p:nvPr>
        </p:nvSpPr>
        <p:spPr/>
        <p:txBody>
          <a:bodyPr/>
          <a:lstStyle/>
          <a:p>
            <a:r>
              <a:rPr lang="en-VN" dirty="0"/>
              <a:t>Flow-chart</a:t>
            </a:r>
          </a:p>
        </p:txBody>
      </p:sp>
      <p:pic>
        <p:nvPicPr>
          <p:cNvPr id="14" name="Picture 13">
            <a:extLst>
              <a:ext uri="{FF2B5EF4-FFF2-40B4-BE49-F238E27FC236}">
                <a16:creationId xmlns:a16="http://schemas.microsoft.com/office/drawing/2014/main" id="{9F91446E-3E74-4B8C-576B-F647A4C0008B}"/>
              </a:ext>
            </a:extLst>
          </p:cNvPr>
          <p:cNvPicPr>
            <a:picLocks noChangeAspect="1"/>
          </p:cNvPicPr>
          <p:nvPr/>
        </p:nvPicPr>
        <p:blipFill>
          <a:blip r:embed="rId2"/>
          <a:stretch>
            <a:fillRect/>
          </a:stretch>
        </p:blipFill>
        <p:spPr>
          <a:xfrm>
            <a:off x="1885950" y="1670050"/>
            <a:ext cx="9468814" cy="3956050"/>
          </a:xfrm>
          <a:prstGeom prst="rect">
            <a:avLst/>
          </a:prstGeom>
        </p:spPr>
      </p:pic>
    </p:spTree>
    <p:extLst>
      <p:ext uri="{BB962C8B-B14F-4D97-AF65-F5344CB8AC3E}">
        <p14:creationId xmlns:p14="http://schemas.microsoft.com/office/powerpoint/2010/main" val="10990760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D6BD4B-FEDA-573D-4D4D-3F26918245EC}"/>
              </a:ext>
            </a:extLst>
          </p:cNvPr>
          <p:cNvSpPr>
            <a:spLocks noGrp="1"/>
          </p:cNvSpPr>
          <p:nvPr>
            <p:ph type="sldNum" sz="quarter" idx="12"/>
          </p:nvPr>
        </p:nvSpPr>
        <p:spPr/>
        <p:txBody>
          <a:bodyPr/>
          <a:lstStyle/>
          <a:p>
            <a:fld id="{8C2E478F-E849-4A8C-AF1F-CBCC78A7CBFA}" type="slidenum">
              <a:rPr lang="en-US" smtClean="0"/>
              <a:t>45</a:t>
            </a:fld>
            <a:endParaRPr lang="en-US" dirty="0"/>
          </a:p>
        </p:txBody>
      </p:sp>
      <p:sp>
        <p:nvSpPr>
          <p:cNvPr id="3" name="Title 2">
            <a:extLst>
              <a:ext uri="{FF2B5EF4-FFF2-40B4-BE49-F238E27FC236}">
                <a16:creationId xmlns:a16="http://schemas.microsoft.com/office/drawing/2014/main" id="{284C2974-F68D-70FF-C3C0-8AA6CFCBEFDB}"/>
              </a:ext>
            </a:extLst>
          </p:cNvPr>
          <p:cNvSpPr>
            <a:spLocks noGrp="1"/>
          </p:cNvSpPr>
          <p:nvPr>
            <p:ph type="title"/>
          </p:nvPr>
        </p:nvSpPr>
        <p:spPr/>
        <p:txBody>
          <a:bodyPr/>
          <a:lstStyle/>
          <a:p>
            <a:r>
              <a:rPr lang="en-VN" dirty="0"/>
              <a:t>Example</a:t>
            </a:r>
          </a:p>
        </p:txBody>
      </p:sp>
      <p:pic>
        <p:nvPicPr>
          <p:cNvPr id="7" name="Single_ADC - Proteus 8 Professional - Schematic Capture 2025-11-07 22-56-14.mp4">
            <a:hlinkClick r:id="" action="ppaction://media"/>
            <a:extLst>
              <a:ext uri="{FF2B5EF4-FFF2-40B4-BE49-F238E27FC236}">
                <a16:creationId xmlns:a16="http://schemas.microsoft.com/office/drawing/2014/main" id="{B597FCF0-3DFE-D5A0-78F4-D02B586D4078}"/>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641350" y="854075"/>
            <a:ext cx="11083925" cy="5573713"/>
          </a:xfrm>
        </p:spPr>
      </p:pic>
    </p:spTree>
    <p:extLst>
      <p:ext uri="{BB962C8B-B14F-4D97-AF65-F5344CB8AC3E}">
        <p14:creationId xmlns:p14="http://schemas.microsoft.com/office/powerpoint/2010/main" val="290854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03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993060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55661986_Tech presentation_RVA_v4" id="{72761486-35C0-4EF3-924E-44BF93C5F925}" vid="{AA80AB01-476F-48C3-B3B7-DC4890A60EF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B16AC2-D7DD-48B6-919A-4ADE887D75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2E71848-B78E-4D58-BFA5-D2D5918911CD}">
  <ds:schemaRefs>
    <ds:schemaRef ds:uri="http://purl.org/dc/terms/"/>
    <ds:schemaRef ds:uri="http://purl.org/dc/dcmitype/"/>
    <ds:schemaRef ds:uri="http://www.w3.org/XML/1998/namespace"/>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89B3E157-1CAC-4231-A2EC-E93952D57E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899</TotalTime>
  <Words>3165</Words>
  <Application>Microsoft Macintosh PowerPoint</Application>
  <PresentationFormat>Widescreen</PresentationFormat>
  <Paragraphs>318</Paragraphs>
  <Slides>46</Slides>
  <Notes>2</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Calibri</vt:lpstr>
      <vt:lpstr>Calibri Light</vt:lpstr>
      <vt:lpstr>Consolas</vt:lpstr>
      <vt:lpstr>Courier New</vt:lpstr>
      <vt:lpstr>Gill Sans</vt:lpstr>
      <vt:lpstr>Wingdings</vt:lpstr>
      <vt:lpstr>Office Theme</vt:lpstr>
      <vt:lpstr>PowerPoint Presentation</vt:lpstr>
      <vt:lpstr>PowerPoint Presentation</vt:lpstr>
      <vt:lpstr>Outline</vt:lpstr>
      <vt:lpstr>PowerPoint Presentation</vt:lpstr>
      <vt:lpstr>Tổng quan ADC</vt:lpstr>
      <vt:lpstr>Tổng quang ADC</vt:lpstr>
      <vt:lpstr>Tổng quan ADC</vt:lpstr>
      <vt:lpstr>Tổng quan ADC</vt:lpstr>
      <vt:lpstr>PowerPoint Presentation</vt:lpstr>
      <vt:lpstr>Concept</vt:lpstr>
      <vt:lpstr>Thanh ghi ADMUX</vt:lpstr>
      <vt:lpstr>Thanh ghi ADMUX</vt:lpstr>
      <vt:lpstr>Thanh ghi ADMUX</vt:lpstr>
      <vt:lpstr>Thanh ghi ADMUX</vt:lpstr>
      <vt:lpstr>Thanh ghi ADSRA</vt:lpstr>
      <vt:lpstr>Thanh ghi ADSRA</vt:lpstr>
      <vt:lpstr>Thanh ghi ADSRA</vt:lpstr>
      <vt:lpstr>Thanh ghi ADSRA</vt:lpstr>
      <vt:lpstr>Thanh ghi ADSRA</vt:lpstr>
      <vt:lpstr>Thanh ghi ADSRA</vt:lpstr>
      <vt:lpstr>Thanh ghi ADCL &amp; ADCH </vt:lpstr>
      <vt:lpstr>Thanh ghi ADCL &amp; ADCH </vt:lpstr>
      <vt:lpstr>Thanh ghi ADCL &amp; ADCH </vt:lpstr>
      <vt:lpstr>Thanh ghi SFIOR</vt:lpstr>
      <vt:lpstr>Thanh ghi SFIOR</vt:lpstr>
      <vt:lpstr>Thanh ghi SFIOR</vt:lpstr>
      <vt:lpstr>Thanh ghi SFIOR</vt:lpstr>
      <vt:lpstr>Thanh ghi SFIOR</vt:lpstr>
      <vt:lpstr>Thanh ghi SFIOR</vt:lpstr>
      <vt:lpstr>Thanh ghi SFIOR</vt:lpstr>
      <vt:lpstr>Thanh ghi SFIOR</vt:lpstr>
      <vt:lpstr>Thanh ghi SFIOR</vt:lpstr>
      <vt:lpstr>Thanh ghi SFIOR</vt:lpstr>
      <vt:lpstr>ADC Block Schematic</vt:lpstr>
      <vt:lpstr>PowerPoint Presentation</vt:lpstr>
      <vt:lpstr>Example</vt:lpstr>
      <vt:lpstr>Example</vt:lpstr>
      <vt:lpstr>Example</vt:lpstr>
      <vt:lpstr>Example</vt:lpstr>
      <vt:lpstr>Example</vt:lpstr>
      <vt:lpstr>Example</vt:lpstr>
      <vt:lpstr>Example</vt:lpstr>
      <vt:lpstr>Example</vt:lpstr>
      <vt:lpstr>Example</vt:lpstr>
      <vt:lpstr>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Nguyen Thanh Tan</cp:lastModifiedBy>
  <cp:revision>22</cp:revision>
  <dcterms:created xsi:type="dcterms:W3CDTF">2021-11-18T16:35:01Z</dcterms:created>
  <dcterms:modified xsi:type="dcterms:W3CDTF">2026-08-21T16:19:00Z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